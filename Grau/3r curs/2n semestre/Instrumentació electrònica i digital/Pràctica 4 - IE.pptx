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13"/>
  </p:notesMasterIdLst>
  <p:sldIdLst>
    <p:sldId id="256" r:id="rId2"/>
    <p:sldId id="257" r:id="rId3"/>
    <p:sldId id="258" r:id="rId4"/>
    <p:sldId id="264" r:id="rId5"/>
    <p:sldId id="260" r:id="rId6"/>
    <p:sldId id="261" r:id="rId7"/>
    <p:sldId id="265" r:id="rId8"/>
    <p:sldId id="267" r:id="rId9"/>
    <p:sldId id="262" r:id="rId10"/>
    <p:sldId id="263" r:id="rId11"/>
    <p:sldId id="268" r:id="rId12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FC63FC-69B6-9D4B-BFF0-B47458218524}" v="176" dt="2023-06-08T16:06:09.6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6296"/>
  </p:normalViewPr>
  <p:slideViewPr>
    <p:cSldViewPr snapToGrid="0">
      <p:cViewPr varScale="1">
        <p:scale>
          <a:sx n="121" d="100"/>
          <a:sy n="121" d="100"/>
        </p:scale>
        <p:origin x="200" y="304"/>
      </p:cViewPr>
      <p:guideLst/>
    </p:cSldViewPr>
  </p:slideViewPr>
  <p:outlineViewPr>
    <p:cViewPr>
      <p:scale>
        <a:sx n="33" d="100"/>
        <a:sy n="33" d="100"/>
      </p:scale>
      <p:origin x="0" y="-2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n Ribot Oliver" userId="d6ffbf2a-980c-4cf7-a9cb-3f49d0b22768" providerId="ADAL" clId="{AEFC63FC-69B6-9D4B-BFF0-B47458218524}"/>
    <pc:docChg chg="undo redo custSel addSld delSld modSld sldOrd addSection delSection">
      <pc:chgData name="Joan Ribot Oliver" userId="d6ffbf2a-980c-4cf7-a9cb-3f49d0b22768" providerId="ADAL" clId="{AEFC63FC-69B6-9D4B-BFF0-B47458218524}" dt="2023-06-08T16:20:01.041" v="4638" actId="1076"/>
      <pc:docMkLst>
        <pc:docMk/>
      </pc:docMkLst>
      <pc:sldChg chg="addSp delSp modSp mod modTransition modAnim">
        <pc:chgData name="Joan Ribot Oliver" userId="d6ffbf2a-980c-4cf7-a9cb-3f49d0b22768" providerId="ADAL" clId="{AEFC63FC-69B6-9D4B-BFF0-B47458218524}" dt="2023-06-08T15:51:54.588" v="4595"/>
        <pc:sldMkLst>
          <pc:docMk/>
          <pc:sldMk cId="2399253590" sldId="256"/>
        </pc:sldMkLst>
        <pc:picChg chg="mod">
          <ac:chgData name="Joan Ribot Oliver" userId="d6ffbf2a-980c-4cf7-a9cb-3f49d0b22768" providerId="ADAL" clId="{AEFC63FC-69B6-9D4B-BFF0-B47458218524}" dt="2023-06-08T12:15:35.236" v="4560" actId="1076"/>
          <ac:picMkLst>
            <pc:docMk/>
            <pc:sldMk cId="2399253590" sldId="256"/>
            <ac:picMk id="4" creationId="{1CC3F6D6-D702-73D0-ECD1-F04F9FA461F2}"/>
          </ac:picMkLst>
        </pc:picChg>
        <pc:picChg chg="add del mod">
          <ac:chgData name="Joan Ribot Oliver" userId="d6ffbf2a-980c-4cf7-a9cb-3f49d0b22768" providerId="ADAL" clId="{AEFC63FC-69B6-9D4B-BFF0-B47458218524}" dt="2023-06-08T12:20:39.933" v="4574"/>
          <ac:picMkLst>
            <pc:docMk/>
            <pc:sldMk cId="2399253590" sldId="256"/>
            <ac:picMk id="7" creationId="{CE306597-4D8C-14A5-C2BF-49CA4C6E8EA0}"/>
          </ac:picMkLst>
        </pc:picChg>
        <pc:picChg chg="add del mod">
          <ac:chgData name="Joan Ribot Oliver" userId="d6ffbf2a-980c-4cf7-a9cb-3f49d0b22768" providerId="ADAL" clId="{AEFC63FC-69B6-9D4B-BFF0-B47458218524}" dt="2023-06-08T15:51:31.253" v="4592"/>
          <ac:picMkLst>
            <pc:docMk/>
            <pc:sldMk cId="2399253590" sldId="256"/>
            <ac:picMk id="25" creationId="{5E7D9E3B-C8AD-93F7-B721-E646833A701A}"/>
          </ac:picMkLst>
        </pc:picChg>
        <pc:picChg chg="add del mod">
          <ac:chgData name="Joan Ribot Oliver" userId="d6ffbf2a-980c-4cf7-a9cb-3f49d0b22768" providerId="ADAL" clId="{AEFC63FC-69B6-9D4B-BFF0-B47458218524}" dt="2023-06-08T15:51:41.073" v="4594"/>
          <ac:picMkLst>
            <pc:docMk/>
            <pc:sldMk cId="2399253590" sldId="256"/>
            <ac:picMk id="29" creationId="{68A4DBC5-20B9-9733-7BDE-67F79D9C4BFD}"/>
          </ac:picMkLst>
        </pc:picChg>
        <pc:picChg chg="add mod">
          <ac:chgData name="Joan Ribot Oliver" userId="d6ffbf2a-980c-4cf7-a9cb-3f49d0b22768" providerId="ADAL" clId="{AEFC63FC-69B6-9D4B-BFF0-B47458218524}" dt="2023-06-08T15:51:54.588" v="4595"/>
          <ac:picMkLst>
            <pc:docMk/>
            <pc:sldMk cId="2399253590" sldId="256"/>
            <ac:picMk id="33" creationId="{A2EF5198-AF42-DBD2-B89D-784F01B56160}"/>
          </ac:picMkLst>
        </pc:picChg>
        <pc:inkChg chg="add del">
          <ac:chgData name="Joan Ribot Oliver" userId="d6ffbf2a-980c-4cf7-a9cb-3f49d0b22768" providerId="ADAL" clId="{AEFC63FC-69B6-9D4B-BFF0-B47458218524}" dt="2023-06-08T12:24:24.487" v="4579"/>
          <ac:inkMkLst>
            <pc:docMk/>
            <pc:sldMk cId="2399253590" sldId="256"/>
            <ac:inkMk id="20" creationId="{17385F63-85C5-B39B-8F00-88AE560746FD}"/>
          </ac:inkMkLst>
        </pc:inkChg>
      </pc:sldChg>
      <pc:sldChg chg="addSp delSp modSp mod modTransition modAnim">
        <pc:chgData name="Joan Ribot Oliver" userId="d6ffbf2a-980c-4cf7-a9cb-3f49d0b22768" providerId="ADAL" clId="{AEFC63FC-69B6-9D4B-BFF0-B47458218524}" dt="2023-06-08T15:52:54.984" v="4598"/>
        <pc:sldMkLst>
          <pc:docMk/>
          <pc:sldMk cId="3557189593" sldId="257"/>
        </pc:sldMkLst>
        <pc:spChg chg="mod">
          <ac:chgData name="Joan Ribot Oliver" userId="d6ffbf2a-980c-4cf7-a9cb-3f49d0b22768" providerId="ADAL" clId="{AEFC63FC-69B6-9D4B-BFF0-B47458218524}" dt="2023-06-08T09:56:47.369" v="4228" actId="1076"/>
          <ac:spMkLst>
            <pc:docMk/>
            <pc:sldMk cId="3557189593" sldId="257"/>
            <ac:spMk id="2" creationId="{B76DE590-E067-22D1-2FCA-F16C04237B48}"/>
          </ac:spMkLst>
        </pc:spChg>
        <pc:spChg chg="mod">
          <ac:chgData name="Joan Ribot Oliver" userId="d6ffbf2a-980c-4cf7-a9cb-3f49d0b22768" providerId="ADAL" clId="{AEFC63FC-69B6-9D4B-BFF0-B47458218524}" dt="2023-06-08T11:36:12.892" v="4348" actId="20577"/>
          <ac:spMkLst>
            <pc:docMk/>
            <pc:sldMk cId="3557189593" sldId="257"/>
            <ac:spMk id="3" creationId="{F123059F-C926-8733-3B39-7925D433BF82}"/>
          </ac:spMkLst>
        </pc:spChg>
        <pc:picChg chg="add del mod">
          <ac:chgData name="Joan Ribot Oliver" userId="d6ffbf2a-980c-4cf7-a9cb-3f49d0b22768" providerId="ADAL" clId="{AEFC63FC-69B6-9D4B-BFF0-B47458218524}" dt="2023-06-08T12:20:43.542" v="4575"/>
          <ac:picMkLst>
            <pc:docMk/>
            <pc:sldMk cId="3557189593" sldId="257"/>
            <ac:picMk id="7" creationId="{71B59830-C8A0-EAD1-97F8-6B5AF0FADD5E}"/>
          </ac:picMkLst>
        </pc:picChg>
        <pc:picChg chg="add del mod">
          <ac:chgData name="Joan Ribot Oliver" userId="d6ffbf2a-980c-4cf7-a9cb-3f49d0b22768" providerId="ADAL" clId="{AEFC63FC-69B6-9D4B-BFF0-B47458218524}" dt="2023-06-08T15:52:23.750" v="4597"/>
          <ac:picMkLst>
            <pc:docMk/>
            <pc:sldMk cId="3557189593" sldId="257"/>
            <ac:picMk id="31" creationId="{BC6EBD54-FF54-E516-90F3-603BD51DE2D4}"/>
          </ac:picMkLst>
        </pc:picChg>
        <pc:picChg chg="add mod">
          <ac:chgData name="Joan Ribot Oliver" userId="d6ffbf2a-980c-4cf7-a9cb-3f49d0b22768" providerId="ADAL" clId="{AEFC63FC-69B6-9D4B-BFF0-B47458218524}" dt="2023-06-08T15:52:54.984" v="4598"/>
          <ac:picMkLst>
            <pc:docMk/>
            <pc:sldMk cId="3557189593" sldId="257"/>
            <ac:picMk id="35" creationId="{B46F90E5-AD97-35AB-0BFB-79DA3A71B4DB}"/>
          </ac:picMkLst>
        </pc:picChg>
      </pc:sldChg>
      <pc:sldChg chg="addSp delSp modSp new mod modTransition setBg modClrScheme modAnim delDesignElem chgLayout">
        <pc:chgData name="Joan Ribot Oliver" userId="d6ffbf2a-980c-4cf7-a9cb-3f49d0b22768" providerId="ADAL" clId="{AEFC63FC-69B6-9D4B-BFF0-B47458218524}" dt="2023-06-08T15:55:40.312" v="4607"/>
        <pc:sldMkLst>
          <pc:docMk/>
          <pc:sldMk cId="1604600360" sldId="258"/>
        </pc:sldMkLst>
        <pc:spChg chg="mod ord">
          <ac:chgData name="Joan Ribot Oliver" userId="d6ffbf2a-980c-4cf7-a9cb-3f49d0b22768" providerId="ADAL" clId="{AEFC63FC-69B6-9D4B-BFF0-B47458218524}" dt="2023-06-07T15:28:38.805" v="1367" actId="1076"/>
          <ac:spMkLst>
            <pc:docMk/>
            <pc:sldMk cId="1604600360" sldId="258"/>
            <ac:spMk id="2" creationId="{CAFF0494-F377-E8C2-FCD0-C807104FD0DC}"/>
          </ac:spMkLst>
        </pc:spChg>
        <pc:spChg chg="del">
          <ac:chgData name="Joan Ribot Oliver" userId="d6ffbf2a-980c-4cf7-a9cb-3f49d0b22768" providerId="ADAL" clId="{AEFC63FC-69B6-9D4B-BFF0-B47458218524}" dt="2023-05-30T16:30:22.564" v="168" actId="931"/>
          <ac:spMkLst>
            <pc:docMk/>
            <pc:sldMk cId="1604600360" sldId="258"/>
            <ac:spMk id="3" creationId="{5EA00C92-F003-7E24-9246-230C94FA23C2}"/>
          </ac:spMkLst>
        </pc:spChg>
        <pc:spChg chg="add del mod">
          <ac:chgData name="Joan Ribot Oliver" userId="d6ffbf2a-980c-4cf7-a9cb-3f49d0b22768" providerId="ADAL" clId="{AEFC63FC-69B6-9D4B-BFF0-B47458218524}" dt="2023-06-07T15:29:51.392" v="1377" actId="1076"/>
          <ac:spMkLst>
            <pc:docMk/>
            <pc:sldMk cId="1604600360" sldId="258"/>
            <ac:spMk id="3" creationId="{7FA6D5F7-707B-945B-8336-4074DBE672D3}"/>
          </ac:spMkLst>
        </pc:spChg>
        <pc:spChg chg="add mod">
          <ac:chgData name="Joan Ribot Oliver" userId="d6ffbf2a-980c-4cf7-a9cb-3f49d0b22768" providerId="ADAL" clId="{AEFC63FC-69B6-9D4B-BFF0-B47458218524}" dt="2023-06-07T15:29:57.622" v="1379" actId="1076"/>
          <ac:spMkLst>
            <pc:docMk/>
            <pc:sldMk cId="1604600360" sldId="258"/>
            <ac:spMk id="4" creationId="{015DBA0B-8DC7-BF8A-177D-81FE49A68724}"/>
          </ac:spMkLst>
        </pc:spChg>
        <pc:spChg chg="add del mod">
          <ac:chgData name="Joan Ribot Oliver" userId="d6ffbf2a-980c-4cf7-a9cb-3f49d0b22768" providerId="ADAL" clId="{AEFC63FC-69B6-9D4B-BFF0-B47458218524}" dt="2023-06-07T15:09:46.021" v="1252"/>
          <ac:spMkLst>
            <pc:docMk/>
            <pc:sldMk cId="1604600360" sldId="258"/>
            <ac:spMk id="6" creationId="{D91F20D1-10FE-533C-48D3-F591271CA6B8}"/>
          </ac:spMkLst>
        </pc:spChg>
        <pc:spChg chg="add del">
          <ac:chgData name="Joan Ribot Oliver" userId="d6ffbf2a-980c-4cf7-a9cb-3f49d0b22768" providerId="ADAL" clId="{AEFC63FC-69B6-9D4B-BFF0-B47458218524}" dt="2023-05-30T16:31:27.304" v="176" actId="26606"/>
          <ac:spMkLst>
            <pc:docMk/>
            <pc:sldMk cId="1604600360" sldId="258"/>
            <ac:spMk id="12" creationId="{BD4C0BBB-0042-4603-A226-6117F3FD5B3C}"/>
          </ac:spMkLst>
        </pc:spChg>
        <pc:spChg chg="add del">
          <ac:chgData name="Joan Ribot Oliver" userId="d6ffbf2a-980c-4cf7-a9cb-3f49d0b22768" providerId="ADAL" clId="{AEFC63FC-69B6-9D4B-BFF0-B47458218524}" dt="2023-05-30T16:31:27.304" v="176" actId="26606"/>
          <ac:spMkLst>
            <pc:docMk/>
            <pc:sldMk cId="1604600360" sldId="258"/>
            <ac:spMk id="14" creationId="{EC44F520-2598-460E-9F91-B02F60830CA2}"/>
          </ac:spMkLst>
        </pc:spChg>
        <pc:spChg chg="add del">
          <ac:chgData name="Joan Ribot Oliver" userId="d6ffbf2a-980c-4cf7-a9cb-3f49d0b22768" providerId="ADAL" clId="{AEFC63FC-69B6-9D4B-BFF0-B47458218524}" dt="2023-05-30T16:31:27.304" v="176" actId="26606"/>
          <ac:spMkLst>
            <pc:docMk/>
            <pc:sldMk cId="1604600360" sldId="258"/>
            <ac:spMk id="16" creationId="{F82025A0-5D1F-4054-8273-6A919D75D24A}"/>
          </ac:spMkLst>
        </pc:spChg>
        <pc:spChg chg="add del">
          <ac:chgData name="Joan Ribot Oliver" userId="d6ffbf2a-980c-4cf7-a9cb-3f49d0b22768" providerId="ADAL" clId="{AEFC63FC-69B6-9D4B-BFF0-B47458218524}" dt="2023-05-30T16:31:27.304" v="176" actId="26606"/>
          <ac:spMkLst>
            <pc:docMk/>
            <pc:sldMk cId="1604600360" sldId="258"/>
            <ac:spMk id="18" creationId="{C6244B84-452A-4BE8-BEA4-A7CCA098C401}"/>
          </ac:spMkLst>
        </pc:spChg>
        <pc:spChg chg="add del">
          <ac:chgData name="Joan Ribot Oliver" userId="d6ffbf2a-980c-4cf7-a9cb-3f49d0b22768" providerId="ADAL" clId="{AEFC63FC-69B6-9D4B-BFF0-B47458218524}" dt="2023-05-30T16:31:27.304" v="176" actId="26606"/>
          <ac:spMkLst>
            <pc:docMk/>
            <pc:sldMk cId="1604600360" sldId="258"/>
            <ac:spMk id="20" creationId="{96220EA9-AB07-4E8F-9E57-B281453FF53F}"/>
          </ac:spMkLst>
        </pc:spChg>
        <pc:spChg chg="add del">
          <ac:chgData name="Joan Ribot Oliver" userId="d6ffbf2a-980c-4cf7-a9cb-3f49d0b22768" providerId="ADAL" clId="{AEFC63FC-69B6-9D4B-BFF0-B47458218524}" dt="2023-05-30T16:31:27.304" v="176" actId="26606"/>
          <ac:spMkLst>
            <pc:docMk/>
            <pc:sldMk cId="1604600360" sldId="258"/>
            <ac:spMk id="22" creationId="{CC44646F-1A59-47A2-AD5D-54DCAECD5F12}"/>
          </ac:spMkLst>
        </pc:spChg>
        <pc:spChg chg="add del">
          <ac:chgData name="Joan Ribot Oliver" userId="d6ffbf2a-980c-4cf7-a9cb-3f49d0b22768" providerId="ADAL" clId="{AEFC63FC-69B6-9D4B-BFF0-B47458218524}" dt="2023-05-30T16:31:27.304" v="176" actId="26606"/>
          <ac:spMkLst>
            <pc:docMk/>
            <pc:sldMk cId="1604600360" sldId="258"/>
            <ac:spMk id="24" creationId="{C7544BED-FB42-4737-9370-482C3CE0D764}"/>
          </ac:spMkLst>
        </pc:spChg>
        <pc:spChg chg="add del mod ord">
          <ac:chgData name="Joan Ribot Oliver" userId="d6ffbf2a-980c-4cf7-a9cb-3f49d0b22768" providerId="ADAL" clId="{AEFC63FC-69B6-9D4B-BFF0-B47458218524}" dt="2023-06-07T15:27:37.615" v="1348" actId="478"/>
          <ac:spMkLst>
            <pc:docMk/>
            <pc:sldMk cId="1604600360" sldId="258"/>
            <ac:spMk id="26" creationId="{ABD4756E-0678-B357-0CA2-D5920CC0681E}"/>
          </ac:spMkLst>
        </pc:spChg>
        <pc:spChg chg="add del">
          <ac:chgData name="Joan Ribot Oliver" userId="d6ffbf2a-980c-4cf7-a9cb-3f49d0b22768" providerId="ADAL" clId="{AEFC63FC-69B6-9D4B-BFF0-B47458218524}" dt="2023-05-30T16:31:36.833" v="183" actId="26606"/>
          <ac:spMkLst>
            <pc:docMk/>
            <pc:sldMk cId="1604600360" sldId="258"/>
            <ac:spMk id="26" creationId="{BD4C0BBB-0042-4603-A226-6117F3FD5B3C}"/>
          </ac:spMkLst>
        </pc:spChg>
        <pc:spChg chg="add del mod">
          <ac:chgData name="Joan Ribot Oliver" userId="d6ffbf2a-980c-4cf7-a9cb-3f49d0b22768" providerId="ADAL" clId="{AEFC63FC-69B6-9D4B-BFF0-B47458218524}" dt="2023-06-07T15:37:24.937" v="1503" actId="478"/>
          <ac:spMkLst>
            <pc:docMk/>
            <pc:sldMk cId="1604600360" sldId="258"/>
            <ac:spMk id="27" creationId="{762435FD-6CFC-8476-E636-670D90219D1A}"/>
          </ac:spMkLst>
        </pc:spChg>
        <pc:spChg chg="add del">
          <ac:chgData name="Joan Ribot Oliver" userId="d6ffbf2a-980c-4cf7-a9cb-3f49d0b22768" providerId="ADAL" clId="{AEFC63FC-69B6-9D4B-BFF0-B47458218524}" dt="2023-05-30T16:31:36.833" v="183" actId="26606"/>
          <ac:spMkLst>
            <pc:docMk/>
            <pc:sldMk cId="1604600360" sldId="258"/>
            <ac:spMk id="27" creationId="{EC44F520-2598-460E-9F91-B02F60830CA2}"/>
          </ac:spMkLst>
        </pc:spChg>
        <pc:spChg chg="add del">
          <ac:chgData name="Joan Ribot Oliver" userId="d6ffbf2a-980c-4cf7-a9cb-3f49d0b22768" providerId="ADAL" clId="{AEFC63FC-69B6-9D4B-BFF0-B47458218524}" dt="2023-05-30T16:31:36.833" v="183" actId="26606"/>
          <ac:spMkLst>
            <pc:docMk/>
            <pc:sldMk cId="1604600360" sldId="258"/>
            <ac:spMk id="28" creationId="{7F7F2020-3718-4400-926B-893A0FBDC08F}"/>
          </ac:spMkLst>
        </pc:spChg>
        <pc:spChg chg="add del">
          <ac:chgData name="Joan Ribot Oliver" userId="d6ffbf2a-980c-4cf7-a9cb-3f49d0b22768" providerId="ADAL" clId="{AEFC63FC-69B6-9D4B-BFF0-B47458218524}" dt="2023-05-30T16:31:36.833" v="183" actId="26606"/>
          <ac:spMkLst>
            <pc:docMk/>
            <pc:sldMk cId="1604600360" sldId="258"/>
            <ac:spMk id="29" creationId="{100C66CE-2B3E-4513-9B9D-EC2B8182FAE1}"/>
          </ac:spMkLst>
        </pc:spChg>
        <pc:spChg chg="add del">
          <ac:chgData name="Joan Ribot Oliver" userId="d6ffbf2a-980c-4cf7-a9cb-3f49d0b22768" providerId="ADAL" clId="{AEFC63FC-69B6-9D4B-BFF0-B47458218524}" dt="2023-05-30T16:31:36.833" v="183" actId="26606"/>
          <ac:spMkLst>
            <pc:docMk/>
            <pc:sldMk cId="1604600360" sldId="258"/>
            <ac:spMk id="30" creationId="{E9F3C764-BCFB-4F32-B897-6513FF0F6522}"/>
          </ac:spMkLst>
        </pc:spChg>
        <pc:spChg chg="add del">
          <ac:chgData name="Joan Ribot Oliver" userId="d6ffbf2a-980c-4cf7-a9cb-3f49d0b22768" providerId="ADAL" clId="{AEFC63FC-69B6-9D4B-BFF0-B47458218524}" dt="2023-05-30T16:31:36.833" v="183" actId="26606"/>
          <ac:spMkLst>
            <pc:docMk/>
            <pc:sldMk cId="1604600360" sldId="258"/>
            <ac:spMk id="31" creationId="{8411D24A-F765-48C8-813D-D3A5E5AAB1B1}"/>
          </ac:spMkLst>
        </pc:spChg>
        <pc:spChg chg="add del">
          <ac:chgData name="Joan Ribot Oliver" userId="d6ffbf2a-980c-4cf7-a9cb-3f49d0b22768" providerId="ADAL" clId="{AEFC63FC-69B6-9D4B-BFF0-B47458218524}" dt="2023-05-30T16:34:29.768" v="188" actId="931"/>
          <ac:spMkLst>
            <pc:docMk/>
            <pc:sldMk cId="1604600360" sldId="258"/>
            <ac:spMk id="35" creationId="{B81A1DA3-1E28-F048-02AC-FF918E101A5B}"/>
          </ac:spMkLst>
        </pc:spChg>
        <pc:spChg chg="add del">
          <ac:chgData name="Joan Ribot Oliver" userId="d6ffbf2a-980c-4cf7-a9cb-3f49d0b22768" providerId="ADAL" clId="{AEFC63FC-69B6-9D4B-BFF0-B47458218524}" dt="2023-05-30T16:31:36.812" v="182" actId="26606"/>
          <ac:spMkLst>
            <pc:docMk/>
            <pc:sldMk cId="1604600360" sldId="258"/>
            <ac:spMk id="36" creationId="{BD4C0BBB-0042-4603-A226-6117F3FD5B3C}"/>
          </ac:spMkLst>
        </pc:spChg>
        <pc:spChg chg="add del">
          <ac:chgData name="Joan Ribot Oliver" userId="d6ffbf2a-980c-4cf7-a9cb-3f49d0b22768" providerId="ADAL" clId="{AEFC63FC-69B6-9D4B-BFF0-B47458218524}" dt="2023-05-30T16:31:36.812" v="182" actId="26606"/>
          <ac:spMkLst>
            <pc:docMk/>
            <pc:sldMk cId="1604600360" sldId="258"/>
            <ac:spMk id="38" creationId="{EC44F520-2598-460E-9F91-B02F60830CA2}"/>
          </ac:spMkLst>
        </pc:spChg>
        <pc:spChg chg="add del">
          <ac:chgData name="Joan Ribot Oliver" userId="d6ffbf2a-980c-4cf7-a9cb-3f49d0b22768" providerId="ADAL" clId="{AEFC63FC-69B6-9D4B-BFF0-B47458218524}" dt="2023-05-30T16:31:36.812" v="182" actId="26606"/>
          <ac:spMkLst>
            <pc:docMk/>
            <pc:sldMk cId="1604600360" sldId="258"/>
            <ac:spMk id="40" creationId="{2151139A-886F-4B97-8815-729AD3831BBD}"/>
          </ac:spMkLst>
        </pc:spChg>
        <pc:spChg chg="add del">
          <ac:chgData name="Joan Ribot Oliver" userId="d6ffbf2a-980c-4cf7-a9cb-3f49d0b22768" providerId="ADAL" clId="{AEFC63FC-69B6-9D4B-BFF0-B47458218524}" dt="2023-05-30T16:31:36.812" v="182" actId="26606"/>
          <ac:spMkLst>
            <pc:docMk/>
            <pc:sldMk cId="1604600360" sldId="258"/>
            <ac:spMk id="42" creationId="{79306E6A-0C2C-4983-8D3A-05CD591C1D42}"/>
          </ac:spMkLst>
        </pc:spChg>
        <pc:spChg chg="add del">
          <ac:chgData name="Joan Ribot Oliver" userId="d6ffbf2a-980c-4cf7-a9cb-3f49d0b22768" providerId="ADAL" clId="{AEFC63FC-69B6-9D4B-BFF0-B47458218524}" dt="2023-05-30T16:31:36.812" v="182" actId="26606"/>
          <ac:spMkLst>
            <pc:docMk/>
            <pc:sldMk cId="1604600360" sldId="258"/>
            <ac:spMk id="44" creationId="{B0144214-50C4-4961-8D54-5876EC2B0A1A}"/>
          </ac:spMkLst>
        </pc:spChg>
        <pc:spChg chg="add del">
          <ac:chgData name="Joan Ribot Oliver" userId="d6ffbf2a-980c-4cf7-a9cb-3f49d0b22768" providerId="ADAL" clId="{AEFC63FC-69B6-9D4B-BFF0-B47458218524}" dt="2023-05-30T16:31:36.812" v="182" actId="26606"/>
          <ac:spMkLst>
            <pc:docMk/>
            <pc:sldMk cId="1604600360" sldId="258"/>
            <ac:spMk id="46" creationId="{4455F201-A8E8-4E29-9427-DBD221CCF6C5}"/>
          </ac:spMkLst>
        </pc:spChg>
        <pc:spChg chg="add del">
          <ac:chgData name="Joan Ribot Oliver" userId="d6ffbf2a-980c-4cf7-a9cb-3f49d0b22768" providerId="ADAL" clId="{AEFC63FC-69B6-9D4B-BFF0-B47458218524}" dt="2023-05-30T16:31:36.812" v="182" actId="26606"/>
          <ac:spMkLst>
            <pc:docMk/>
            <pc:sldMk cId="1604600360" sldId="258"/>
            <ac:spMk id="48" creationId="{D625ED14-F0D2-4FCA-87F3-4E3D2A03DF4A}"/>
          </ac:spMkLst>
        </pc:spChg>
        <pc:spChg chg="add del">
          <ac:chgData name="Joan Ribot Oliver" userId="d6ffbf2a-980c-4cf7-a9cb-3f49d0b22768" providerId="ADAL" clId="{AEFC63FC-69B6-9D4B-BFF0-B47458218524}" dt="2023-06-07T15:27:14.657" v="1339" actId="700"/>
          <ac:spMkLst>
            <pc:docMk/>
            <pc:sldMk cId="1604600360" sldId="258"/>
            <ac:spMk id="50" creationId="{4CCE3197-8BBA-49A1-A8A7-F47FB244A8F1}"/>
          </ac:spMkLst>
        </pc:spChg>
        <pc:spChg chg="add del">
          <ac:chgData name="Joan Ribot Oliver" userId="d6ffbf2a-980c-4cf7-a9cb-3f49d0b22768" providerId="ADAL" clId="{AEFC63FC-69B6-9D4B-BFF0-B47458218524}" dt="2023-06-07T15:27:14.657" v="1339" actId="700"/>
          <ac:spMkLst>
            <pc:docMk/>
            <pc:sldMk cId="1604600360" sldId="258"/>
            <ac:spMk id="51" creationId="{7C5D9031-3674-45D6-A9CD-3B5502BD8BF5}"/>
          </ac:spMkLst>
        </pc:spChg>
        <pc:spChg chg="add del">
          <ac:chgData name="Joan Ribot Oliver" userId="d6ffbf2a-980c-4cf7-a9cb-3f49d0b22768" providerId="ADAL" clId="{AEFC63FC-69B6-9D4B-BFF0-B47458218524}" dt="2023-06-07T15:27:14.657" v="1339" actId="700"/>
          <ac:spMkLst>
            <pc:docMk/>
            <pc:sldMk cId="1604600360" sldId="258"/>
            <ac:spMk id="52" creationId="{316FC2C8-85D1-469C-8765-2381A8D22837}"/>
          </ac:spMkLst>
        </pc:spChg>
        <pc:spChg chg="add del">
          <ac:chgData name="Joan Ribot Oliver" userId="d6ffbf2a-980c-4cf7-a9cb-3f49d0b22768" providerId="ADAL" clId="{AEFC63FC-69B6-9D4B-BFF0-B47458218524}" dt="2023-06-07T15:27:14.657" v="1339" actId="700"/>
          <ac:spMkLst>
            <pc:docMk/>
            <pc:sldMk cId="1604600360" sldId="258"/>
            <ac:spMk id="53" creationId="{85E72AC0-5005-4864-BFA5-33B5E0BC5C6A}"/>
          </ac:spMkLst>
        </pc:spChg>
        <pc:picChg chg="add mod ord">
          <ac:chgData name="Joan Ribot Oliver" userId="d6ffbf2a-980c-4cf7-a9cb-3f49d0b22768" providerId="ADAL" clId="{AEFC63FC-69B6-9D4B-BFF0-B47458218524}" dt="2023-06-07T15:33:19.551" v="1390" actId="1076"/>
          <ac:picMkLst>
            <pc:docMk/>
            <pc:sldMk cId="1604600360" sldId="258"/>
            <ac:picMk id="5" creationId="{58ABC769-8699-D9B3-8225-771344D64CDE}"/>
          </ac:picMkLst>
        </pc:picChg>
        <pc:picChg chg="add mod ord">
          <ac:chgData name="Joan Ribot Oliver" userId="d6ffbf2a-980c-4cf7-a9cb-3f49d0b22768" providerId="ADAL" clId="{AEFC63FC-69B6-9D4B-BFF0-B47458218524}" dt="2023-06-07T15:30:08.001" v="1381" actId="1076"/>
          <ac:picMkLst>
            <pc:docMk/>
            <pc:sldMk cId="1604600360" sldId="258"/>
            <ac:picMk id="7" creationId="{E38CF527-8477-27B8-ED98-FB4D30E8128C}"/>
          </ac:picMkLst>
        </pc:picChg>
        <pc:picChg chg="add mod ord">
          <ac:chgData name="Joan Ribot Oliver" userId="d6ffbf2a-980c-4cf7-a9cb-3f49d0b22768" providerId="ADAL" clId="{AEFC63FC-69B6-9D4B-BFF0-B47458218524}" dt="2023-06-07T15:33:45.989" v="1394" actId="1076"/>
          <ac:picMkLst>
            <pc:docMk/>
            <pc:sldMk cId="1604600360" sldId="258"/>
            <ac:picMk id="9" creationId="{086B39C3-6F1E-D921-D4AA-9E82C23B7764}"/>
          </ac:picMkLst>
        </pc:picChg>
        <pc:picChg chg="add del mod">
          <ac:chgData name="Joan Ribot Oliver" userId="d6ffbf2a-980c-4cf7-a9cb-3f49d0b22768" providerId="ADAL" clId="{AEFC63FC-69B6-9D4B-BFF0-B47458218524}" dt="2023-06-07T15:14:09.604" v="1270" actId="478"/>
          <ac:picMkLst>
            <pc:docMk/>
            <pc:sldMk cId="1604600360" sldId="258"/>
            <ac:picMk id="10" creationId="{D4C962E4-7334-3055-F7AE-4A1E8676E1F2}"/>
          </ac:picMkLst>
        </pc:picChg>
        <pc:picChg chg="add mod">
          <ac:chgData name="Joan Ribot Oliver" userId="d6ffbf2a-980c-4cf7-a9cb-3f49d0b22768" providerId="ADAL" clId="{AEFC63FC-69B6-9D4B-BFF0-B47458218524}" dt="2023-06-07T15:37:27.351" v="1504" actId="1076"/>
          <ac:picMkLst>
            <pc:docMk/>
            <pc:sldMk cId="1604600360" sldId="258"/>
            <ac:picMk id="11" creationId="{09E51E4F-141D-34FD-C1B0-93BD762F13DB}"/>
          </ac:picMkLst>
        </pc:picChg>
        <pc:picChg chg="add del mod">
          <ac:chgData name="Joan Ribot Oliver" userId="d6ffbf2a-980c-4cf7-a9cb-3f49d0b22768" providerId="ADAL" clId="{AEFC63FC-69B6-9D4B-BFF0-B47458218524}" dt="2023-06-07T15:16:23.777" v="1274" actId="478"/>
          <ac:picMkLst>
            <pc:docMk/>
            <pc:sldMk cId="1604600360" sldId="258"/>
            <ac:picMk id="13" creationId="{98C69A59-9017-4F2F-43BD-A0CBBBC0A57E}"/>
          </ac:picMkLst>
        </pc:picChg>
        <pc:picChg chg="add del mod">
          <ac:chgData name="Joan Ribot Oliver" userId="d6ffbf2a-980c-4cf7-a9cb-3f49d0b22768" providerId="ADAL" clId="{AEFC63FC-69B6-9D4B-BFF0-B47458218524}" dt="2023-06-07T15:22:21.816" v="1296" actId="478"/>
          <ac:picMkLst>
            <pc:docMk/>
            <pc:sldMk cId="1604600360" sldId="258"/>
            <ac:picMk id="15" creationId="{14260CC0-D458-BDA8-FDFB-0354CF71276E}"/>
          </ac:picMkLst>
        </pc:picChg>
        <pc:picChg chg="add del mod">
          <ac:chgData name="Joan Ribot Oliver" userId="d6ffbf2a-980c-4cf7-a9cb-3f49d0b22768" providerId="ADAL" clId="{AEFC63FC-69B6-9D4B-BFF0-B47458218524}" dt="2023-06-07T15:26:17.773" v="1320" actId="478"/>
          <ac:picMkLst>
            <pc:docMk/>
            <pc:sldMk cId="1604600360" sldId="258"/>
            <ac:picMk id="17" creationId="{CA32E0BD-1A64-98A9-C227-C011A67EAE91}"/>
          </ac:picMkLst>
        </pc:picChg>
        <pc:picChg chg="add mod">
          <ac:chgData name="Joan Ribot Oliver" userId="d6ffbf2a-980c-4cf7-a9cb-3f49d0b22768" providerId="ADAL" clId="{AEFC63FC-69B6-9D4B-BFF0-B47458218524}" dt="2023-06-07T15:29:43.852" v="1375" actId="1076"/>
          <ac:picMkLst>
            <pc:docMk/>
            <pc:sldMk cId="1604600360" sldId="258"/>
            <ac:picMk id="19" creationId="{BA78046A-B994-ECFC-6527-57AB63D4E829}"/>
          </ac:picMkLst>
        </pc:picChg>
        <pc:picChg chg="add del mod">
          <ac:chgData name="Joan Ribot Oliver" userId="d6ffbf2a-980c-4cf7-a9cb-3f49d0b22768" providerId="ADAL" clId="{AEFC63FC-69B6-9D4B-BFF0-B47458218524}" dt="2023-06-07T15:26:18.837" v="1321" actId="478"/>
          <ac:picMkLst>
            <pc:docMk/>
            <pc:sldMk cId="1604600360" sldId="258"/>
            <ac:picMk id="21" creationId="{E51C59F9-B0E4-06E9-5CEC-A621837328DF}"/>
          </ac:picMkLst>
        </pc:picChg>
        <pc:picChg chg="add del mod">
          <ac:chgData name="Joan Ribot Oliver" userId="d6ffbf2a-980c-4cf7-a9cb-3f49d0b22768" providerId="ADAL" clId="{AEFC63FC-69B6-9D4B-BFF0-B47458218524}" dt="2023-06-07T15:26:01.361" v="1315" actId="478"/>
          <ac:picMkLst>
            <pc:docMk/>
            <pc:sldMk cId="1604600360" sldId="258"/>
            <ac:picMk id="23" creationId="{BEB2C818-42B6-1968-9D2B-10BF30606E97}"/>
          </ac:picMkLst>
        </pc:picChg>
        <pc:picChg chg="add mod">
          <ac:chgData name="Joan Ribot Oliver" userId="d6ffbf2a-980c-4cf7-a9cb-3f49d0b22768" providerId="ADAL" clId="{AEFC63FC-69B6-9D4B-BFF0-B47458218524}" dt="2023-06-07T15:33:38.411" v="1392" actId="14100"/>
          <ac:picMkLst>
            <pc:docMk/>
            <pc:sldMk cId="1604600360" sldId="258"/>
            <ac:picMk id="25" creationId="{E54BD783-E25F-C41E-9B2A-A5FA00EEFCE8}"/>
          </ac:picMkLst>
        </pc:picChg>
        <pc:picChg chg="add del mod">
          <ac:chgData name="Joan Ribot Oliver" userId="d6ffbf2a-980c-4cf7-a9cb-3f49d0b22768" providerId="ADAL" clId="{AEFC63FC-69B6-9D4B-BFF0-B47458218524}" dt="2023-06-08T12:20:46.067" v="4576"/>
          <ac:picMkLst>
            <pc:docMk/>
            <pc:sldMk cId="1604600360" sldId="258"/>
            <ac:picMk id="30" creationId="{DEC0399F-9B2A-E38C-D6A5-8FAA5BC5767B}"/>
          </ac:picMkLst>
        </pc:picChg>
        <pc:picChg chg="add del mod">
          <ac:chgData name="Joan Ribot Oliver" userId="d6ffbf2a-980c-4cf7-a9cb-3f49d0b22768" providerId="ADAL" clId="{AEFC63FC-69B6-9D4B-BFF0-B47458218524}" dt="2023-06-08T15:53:44.953" v="4600"/>
          <ac:picMkLst>
            <pc:docMk/>
            <pc:sldMk cId="1604600360" sldId="258"/>
            <ac:picMk id="48" creationId="{14DF4FDF-4B9F-C355-2DB6-23777C74C820}"/>
          </ac:picMkLst>
        </pc:picChg>
        <pc:picChg chg="add del mod">
          <ac:chgData name="Joan Ribot Oliver" userId="d6ffbf2a-980c-4cf7-a9cb-3f49d0b22768" providerId="ADAL" clId="{AEFC63FC-69B6-9D4B-BFF0-B47458218524}" dt="2023-06-08T15:54:10.300" v="4602"/>
          <ac:picMkLst>
            <pc:docMk/>
            <pc:sldMk cId="1604600360" sldId="258"/>
            <ac:picMk id="63" creationId="{8B9F4770-4AB2-9052-8F55-EA00FFCE5948}"/>
          </ac:picMkLst>
        </pc:picChg>
        <pc:picChg chg="add del mod">
          <ac:chgData name="Joan Ribot Oliver" userId="d6ffbf2a-980c-4cf7-a9cb-3f49d0b22768" providerId="ADAL" clId="{AEFC63FC-69B6-9D4B-BFF0-B47458218524}" dt="2023-06-08T15:54:19.474" v="4604"/>
          <ac:picMkLst>
            <pc:docMk/>
            <pc:sldMk cId="1604600360" sldId="258"/>
            <ac:picMk id="67" creationId="{E78A55A2-A516-3983-160E-2C6D245DDC04}"/>
          </ac:picMkLst>
        </pc:picChg>
        <pc:picChg chg="add del mod">
          <ac:chgData name="Joan Ribot Oliver" userId="d6ffbf2a-980c-4cf7-a9cb-3f49d0b22768" providerId="ADAL" clId="{AEFC63FC-69B6-9D4B-BFF0-B47458218524}" dt="2023-06-08T15:54:45.118" v="4606"/>
          <ac:picMkLst>
            <pc:docMk/>
            <pc:sldMk cId="1604600360" sldId="258"/>
            <ac:picMk id="71" creationId="{011E1E86-57FF-7A7D-D337-2C3EE1278F2A}"/>
          </ac:picMkLst>
        </pc:picChg>
        <pc:picChg chg="add mod">
          <ac:chgData name="Joan Ribot Oliver" userId="d6ffbf2a-980c-4cf7-a9cb-3f49d0b22768" providerId="ADAL" clId="{AEFC63FC-69B6-9D4B-BFF0-B47458218524}" dt="2023-06-08T15:55:40.312" v="4607"/>
          <ac:picMkLst>
            <pc:docMk/>
            <pc:sldMk cId="1604600360" sldId="258"/>
            <ac:picMk id="75" creationId="{B4E45E20-A6FD-A906-018D-02A96C4CC231}"/>
          </ac:picMkLst>
        </pc:picChg>
      </pc:sldChg>
      <pc:sldChg chg="modSp new del mod">
        <pc:chgData name="Joan Ribot Oliver" userId="d6ffbf2a-980c-4cf7-a9cb-3f49d0b22768" providerId="ADAL" clId="{AEFC63FC-69B6-9D4B-BFF0-B47458218524}" dt="2023-06-07T15:42:06.166" v="1628" actId="2696"/>
        <pc:sldMkLst>
          <pc:docMk/>
          <pc:sldMk cId="1716614380" sldId="259"/>
        </pc:sldMkLst>
        <pc:spChg chg="mod">
          <ac:chgData name="Joan Ribot Oliver" userId="d6ffbf2a-980c-4cf7-a9cb-3f49d0b22768" providerId="ADAL" clId="{AEFC63FC-69B6-9D4B-BFF0-B47458218524}" dt="2023-05-30T16:35:37.811" v="212" actId="20577"/>
          <ac:spMkLst>
            <pc:docMk/>
            <pc:sldMk cId="1716614380" sldId="259"/>
            <ac:spMk id="2" creationId="{A41EBC88-7E39-FDFF-2356-6D0F09FE60E9}"/>
          </ac:spMkLst>
        </pc:spChg>
        <pc:spChg chg="mod">
          <ac:chgData name="Joan Ribot Oliver" userId="d6ffbf2a-980c-4cf7-a9cb-3f49d0b22768" providerId="ADAL" clId="{AEFC63FC-69B6-9D4B-BFF0-B47458218524}" dt="2023-05-30T16:36:21.087" v="269" actId="20577"/>
          <ac:spMkLst>
            <pc:docMk/>
            <pc:sldMk cId="1716614380" sldId="259"/>
            <ac:spMk id="3" creationId="{392D253D-6EB6-2A22-D97F-5757EB7CC198}"/>
          </ac:spMkLst>
        </pc:spChg>
      </pc:sldChg>
      <pc:sldChg chg="addSp modSp new mod ord">
        <pc:chgData name="Joan Ribot Oliver" userId="d6ffbf2a-980c-4cf7-a9cb-3f49d0b22768" providerId="ADAL" clId="{AEFC63FC-69B6-9D4B-BFF0-B47458218524}" dt="2023-06-08T15:57:24.886" v="4609"/>
        <pc:sldMkLst>
          <pc:docMk/>
          <pc:sldMk cId="4234834460" sldId="260"/>
        </pc:sldMkLst>
        <pc:spChg chg="mod">
          <ac:chgData name="Joan Ribot Oliver" userId="d6ffbf2a-980c-4cf7-a9cb-3f49d0b22768" providerId="ADAL" clId="{AEFC63FC-69B6-9D4B-BFF0-B47458218524}" dt="2023-06-07T17:42:01.150" v="2186" actId="1076"/>
          <ac:spMkLst>
            <pc:docMk/>
            <pc:sldMk cId="4234834460" sldId="260"/>
            <ac:spMk id="2" creationId="{7A34F957-7F8A-42F6-D531-6E77A45CD85C}"/>
          </ac:spMkLst>
        </pc:spChg>
        <pc:spChg chg="mod">
          <ac:chgData name="Joan Ribot Oliver" userId="d6ffbf2a-980c-4cf7-a9cb-3f49d0b22768" providerId="ADAL" clId="{AEFC63FC-69B6-9D4B-BFF0-B47458218524}" dt="2023-06-08T11:22:58.269" v="4272" actId="20577"/>
          <ac:spMkLst>
            <pc:docMk/>
            <pc:sldMk cId="4234834460" sldId="260"/>
            <ac:spMk id="3" creationId="{EE9B6A2D-62CB-0E0B-AD45-A9FF7C3EFE77}"/>
          </ac:spMkLst>
        </pc:spChg>
        <pc:spChg chg="add mod">
          <ac:chgData name="Joan Ribot Oliver" userId="d6ffbf2a-980c-4cf7-a9cb-3f49d0b22768" providerId="ADAL" clId="{AEFC63FC-69B6-9D4B-BFF0-B47458218524}" dt="2023-06-07T16:32:05.890" v="1927" actId="1076"/>
          <ac:spMkLst>
            <pc:docMk/>
            <pc:sldMk cId="4234834460" sldId="260"/>
            <ac:spMk id="6" creationId="{B8366059-9E3E-47B8-3D28-98F47FCE5C9C}"/>
          </ac:spMkLst>
        </pc:spChg>
        <pc:picChg chg="add mod">
          <ac:chgData name="Joan Ribot Oliver" userId="d6ffbf2a-980c-4cf7-a9cb-3f49d0b22768" providerId="ADAL" clId="{AEFC63FC-69B6-9D4B-BFF0-B47458218524}" dt="2023-06-07T17:42:11.074" v="2191" actId="1076"/>
          <ac:picMkLst>
            <pc:docMk/>
            <pc:sldMk cId="4234834460" sldId="260"/>
            <ac:picMk id="5" creationId="{B6E1B77A-9644-30EF-D977-D37A94146214}"/>
          </ac:picMkLst>
        </pc:picChg>
        <pc:picChg chg="add mod">
          <ac:chgData name="Joan Ribot Oliver" userId="d6ffbf2a-980c-4cf7-a9cb-3f49d0b22768" providerId="ADAL" clId="{AEFC63FC-69B6-9D4B-BFF0-B47458218524}" dt="2023-06-08T15:57:24.886" v="4609"/>
          <ac:picMkLst>
            <pc:docMk/>
            <pc:sldMk cId="4234834460" sldId="260"/>
            <ac:picMk id="30" creationId="{0C07C3E0-537A-0748-2A01-D0BD56B491A6}"/>
          </ac:picMkLst>
        </pc:picChg>
      </pc:sldChg>
      <pc:sldChg chg="addSp delSp modSp new mod ord modTransition modClrScheme modAnim chgLayout">
        <pc:chgData name="Joan Ribot Oliver" userId="d6ffbf2a-980c-4cf7-a9cb-3f49d0b22768" providerId="ADAL" clId="{AEFC63FC-69B6-9D4B-BFF0-B47458218524}" dt="2023-06-08T15:58:36.631" v="4614"/>
        <pc:sldMkLst>
          <pc:docMk/>
          <pc:sldMk cId="1349728658" sldId="261"/>
        </pc:sldMkLst>
        <pc:spChg chg="mod ord">
          <ac:chgData name="Joan Ribot Oliver" userId="d6ffbf2a-980c-4cf7-a9cb-3f49d0b22768" providerId="ADAL" clId="{AEFC63FC-69B6-9D4B-BFF0-B47458218524}" dt="2023-06-08T07:40:21.488" v="2791" actId="1076"/>
          <ac:spMkLst>
            <pc:docMk/>
            <pc:sldMk cId="1349728658" sldId="261"/>
            <ac:spMk id="2" creationId="{7518CBF2-44D4-6720-44DB-B99CA15F2EA2}"/>
          </ac:spMkLst>
        </pc:spChg>
        <pc:spChg chg="del mod">
          <ac:chgData name="Joan Ribot Oliver" userId="d6ffbf2a-980c-4cf7-a9cb-3f49d0b22768" providerId="ADAL" clId="{AEFC63FC-69B6-9D4B-BFF0-B47458218524}" dt="2023-06-08T07:31:58.011" v="2701" actId="478"/>
          <ac:spMkLst>
            <pc:docMk/>
            <pc:sldMk cId="1349728658" sldId="261"/>
            <ac:spMk id="3" creationId="{3947224C-CE9E-481A-5B3B-6C3BD364DC55}"/>
          </ac:spMkLst>
        </pc:spChg>
        <pc:spChg chg="add mod">
          <ac:chgData name="Joan Ribot Oliver" userId="d6ffbf2a-980c-4cf7-a9cb-3f49d0b22768" providerId="ADAL" clId="{AEFC63FC-69B6-9D4B-BFF0-B47458218524}" dt="2023-06-08T08:16:57.432" v="3096" actId="1076"/>
          <ac:spMkLst>
            <pc:docMk/>
            <pc:sldMk cId="1349728658" sldId="261"/>
            <ac:spMk id="7" creationId="{BD562C13-416D-E36E-94F5-F42A60A6D979}"/>
          </ac:spMkLst>
        </pc:spChg>
        <pc:spChg chg="add del mod">
          <ac:chgData name="Joan Ribot Oliver" userId="d6ffbf2a-980c-4cf7-a9cb-3f49d0b22768" providerId="ADAL" clId="{AEFC63FC-69B6-9D4B-BFF0-B47458218524}" dt="2023-06-08T11:32:35.043" v="4314" actId="478"/>
          <ac:spMkLst>
            <pc:docMk/>
            <pc:sldMk cId="1349728658" sldId="261"/>
            <ac:spMk id="8" creationId="{E43E33DF-E16F-EFFE-B85D-61391BF9E2D3}"/>
          </ac:spMkLst>
        </pc:spChg>
        <pc:spChg chg="add del mod">
          <ac:chgData name="Joan Ribot Oliver" userId="d6ffbf2a-980c-4cf7-a9cb-3f49d0b22768" providerId="ADAL" clId="{AEFC63FC-69B6-9D4B-BFF0-B47458218524}" dt="2023-06-08T07:32:01.607" v="2703" actId="478"/>
          <ac:spMkLst>
            <pc:docMk/>
            <pc:sldMk cId="1349728658" sldId="261"/>
            <ac:spMk id="10" creationId="{3F7462A4-01CD-9E0A-7DC4-3B82F3300B0B}"/>
          </ac:spMkLst>
        </pc:spChg>
        <pc:spChg chg="add del mod ord">
          <ac:chgData name="Joan Ribot Oliver" userId="d6ffbf2a-980c-4cf7-a9cb-3f49d0b22768" providerId="ADAL" clId="{AEFC63FC-69B6-9D4B-BFF0-B47458218524}" dt="2023-06-08T07:39:45.157" v="2778" actId="6264"/>
          <ac:spMkLst>
            <pc:docMk/>
            <pc:sldMk cId="1349728658" sldId="261"/>
            <ac:spMk id="11" creationId="{47D290FD-4730-0FD5-3626-7F787414BCA8}"/>
          </ac:spMkLst>
        </pc:spChg>
        <pc:spChg chg="add del mod ord">
          <ac:chgData name="Joan Ribot Oliver" userId="d6ffbf2a-980c-4cf7-a9cb-3f49d0b22768" providerId="ADAL" clId="{AEFC63FC-69B6-9D4B-BFF0-B47458218524}" dt="2023-06-08T07:39:45.157" v="2778" actId="6264"/>
          <ac:spMkLst>
            <pc:docMk/>
            <pc:sldMk cId="1349728658" sldId="261"/>
            <ac:spMk id="12" creationId="{C92F730E-43F9-EDF1-EB60-CF4A1C7F952E}"/>
          </ac:spMkLst>
        </pc:spChg>
        <pc:spChg chg="add del mod">
          <ac:chgData name="Joan Ribot Oliver" userId="d6ffbf2a-980c-4cf7-a9cb-3f49d0b22768" providerId="ADAL" clId="{AEFC63FC-69B6-9D4B-BFF0-B47458218524}" dt="2023-06-08T07:39:45.157" v="2778" actId="6264"/>
          <ac:spMkLst>
            <pc:docMk/>
            <pc:sldMk cId="1349728658" sldId="261"/>
            <ac:spMk id="13" creationId="{611DE8BD-5388-4A06-4F7F-AB63ACCC9B12}"/>
          </ac:spMkLst>
        </pc:spChg>
        <pc:spChg chg="add del mod ord">
          <ac:chgData name="Joan Ribot Oliver" userId="d6ffbf2a-980c-4cf7-a9cb-3f49d0b22768" providerId="ADAL" clId="{AEFC63FC-69B6-9D4B-BFF0-B47458218524}" dt="2023-06-08T07:39:52.807" v="2781" actId="700"/>
          <ac:spMkLst>
            <pc:docMk/>
            <pc:sldMk cId="1349728658" sldId="261"/>
            <ac:spMk id="14" creationId="{D684D9D6-62D3-C6E2-0D53-EB8216990A7A}"/>
          </ac:spMkLst>
        </pc:spChg>
        <pc:spChg chg="add del mod ord">
          <ac:chgData name="Joan Ribot Oliver" userId="d6ffbf2a-980c-4cf7-a9cb-3f49d0b22768" providerId="ADAL" clId="{AEFC63FC-69B6-9D4B-BFF0-B47458218524}" dt="2023-06-08T07:39:52.807" v="2781" actId="700"/>
          <ac:spMkLst>
            <pc:docMk/>
            <pc:sldMk cId="1349728658" sldId="261"/>
            <ac:spMk id="15" creationId="{43803B4C-C2D3-6F22-ED59-3151201E3283}"/>
          </ac:spMkLst>
        </pc:spChg>
        <pc:spChg chg="add del mod ord">
          <ac:chgData name="Joan Ribot Oliver" userId="d6ffbf2a-980c-4cf7-a9cb-3f49d0b22768" providerId="ADAL" clId="{AEFC63FC-69B6-9D4B-BFF0-B47458218524}" dt="2023-06-08T07:39:54.823" v="2782" actId="700"/>
          <ac:spMkLst>
            <pc:docMk/>
            <pc:sldMk cId="1349728658" sldId="261"/>
            <ac:spMk id="16" creationId="{90B66CBA-6CC7-3170-0471-937391131BA2}"/>
          </ac:spMkLst>
        </pc:spChg>
        <pc:spChg chg="add del mod ord">
          <ac:chgData name="Joan Ribot Oliver" userId="d6ffbf2a-980c-4cf7-a9cb-3f49d0b22768" providerId="ADAL" clId="{AEFC63FC-69B6-9D4B-BFF0-B47458218524}" dt="2023-06-08T07:39:54.823" v="2782" actId="700"/>
          <ac:spMkLst>
            <pc:docMk/>
            <pc:sldMk cId="1349728658" sldId="261"/>
            <ac:spMk id="17" creationId="{C68E6962-1BD1-D6B1-BC52-274BCB94CC9B}"/>
          </ac:spMkLst>
        </pc:spChg>
        <pc:spChg chg="add del mod ord">
          <ac:chgData name="Joan Ribot Oliver" userId="d6ffbf2a-980c-4cf7-a9cb-3f49d0b22768" providerId="ADAL" clId="{AEFC63FC-69B6-9D4B-BFF0-B47458218524}" dt="2023-06-08T07:39:57.704" v="2783" actId="700"/>
          <ac:spMkLst>
            <pc:docMk/>
            <pc:sldMk cId="1349728658" sldId="261"/>
            <ac:spMk id="18" creationId="{BA04A822-BB2A-E54D-B538-0FF52F62B8BE}"/>
          </ac:spMkLst>
        </pc:spChg>
        <pc:spChg chg="add del mod ord">
          <ac:chgData name="Joan Ribot Oliver" userId="d6ffbf2a-980c-4cf7-a9cb-3f49d0b22768" providerId="ADAL" clId="{AEFC63FC-69B6-9D4B-BFF0-B47458218524}" dt="2023-06-08T07:40:03.372" v="2785" actId="478"/>
          <ac:spMkLst>
            <pc:docMk/>
            <pc:sldMk cId="1349728658" sldId="261"/>
            <ac:spMk id="19" creationId="{EC67BFE7-E55D-A63D-6D8C-72E632C59DB0}"/>
          </ac:spMkLst>
        </pc:spChg>
        <pc:spChg chg="add del mod ord">
          <ac:chgData name="Joan Ribot Oliver" userId="d6ffbf2a-980c-4cf7-a9cb-3f49d0b22768" providerId="ADAL" clId="{AEFC63FC-69B6-9D4B-BFF0-B47458218524}" dt="2023-06-08T07:40:12.631" v="2787" actId="700"/>
          <ac:spMkLst>
            <pc:docMk/>
            <pc:sldMk cId="1349728658" sldId="261"/>
            <ac:spMk id="20" creationId="{3BC2A679-6FFE-B0F1-66D6-4F133EBF800E}"/>
          </ac:spMkLst>
        </pc:spChg>
        <pc:spChg chg="add del mod ord">
          <ac:chgData name="Joan Ribot Oliver" userId="d6ffbf2a-980c-4cf7-a9cb-3f49d0b22768" providerId="ADAL" clId="{AEFC63FC-69B6-9D4B-BFF0-B47458218524}" dt="2023-06-08T07:40:23.732" v="2792" actId="478"/>
          <ac:spMkLst>
            <pc:docMk/>
            <pc:sldMk cId="1349728658" sldId="261"/>
            <ac:spMk id="21" creationId="{4B3BD68C-E797-C2B9-93CA-8ACB24AB685D}"/>
          </ac:spMkLst>
        </pc:spChg>
        <pc:spChg chg="add mod">
          <ac:chgData name="Joan Ribot Oliver" userId="d6ffbf2a-980c-4cf7-a9cb-3f49d0b22768" providerId="ADAL" clId="{AEFC63FC-69B6-9D4B-BFF0-B47458218524}" dt="2023-06-08T11:32:51.452" v="4322" actId="1076"/>
          <ac:spMkLst>
            <pc:docMk/>
            <pc:sldMk cId="1349728658" sldId="261"/>
            <ac:spMk id="30" creationId="{5E90604D-0A85-9FA7-F378-72D21A2D621A}"/>
          </ac:spMkLst>
        </pc:spChg>
        <pc:graphicFrameChg chg="add mod modGraphic">
          <ac:chgData name="Joan Ribot Oliver" userId="d6ffbf2a-980c-4cf7-a9cb-3f49d0b22768" providerId="ADAL" clId="{AEFC63FC-69B6-9D4B-BFF0-B47458218524}" dt="2023-06-08T08:16:52.629" v="3095" actId="1076"/>
          <ac:graphicFrameMkLst>
            <pc:docMk/>
            <pc:sldMk cId="1349728658" sldId="261"/>
            <ac:graphicFrameMk id="4" creationId="{97DEC460-E27B-D458-A673-673C41E9F262}"/>
          </ac:graphicFrameMkLst>
        </pc:graphicFrameChg>
        <pc:picChg chg="add del mod">
          <ac:chgData name="Joan Ribot Oliver" userId="d6ffbf2a-980c-4cf7-a9cb-3f49d0b22768" providerId="ADAL" clId="{AEFC63FC-69B6-9D4B-BFF0-B47458218524}" dt="2023-06-07T20:28:28.370" v="2289" actId="478"/>
          <ac:picMkLst>
            <pc:docMk/>
            <pc:sldMk cId="1349728658" sldId="261"/>
            <ac:picMk id="6" creationId="{500ABC79-5E7C-4E91-6F06-BF7CE079ED21}"/>
          </ac:picMkLst>
        </pc:picChg>
        <pc:picChg chg="add del mod">
          <ac:chgData name="Joan Ribot Oliver" userId="d6ffbf2a-980c-4cf7-a9cb-3f49d0b22768" providerId="ADAL" clId="{AEFC63FC-69B6-9D4B-BFF0-B47458218524}" dt="2023-06-08T07:51:28.218" v="2892" actId="478"/>
          <ac:picMkLst>
            <pc:docMk/>
            <pc:sldMk cId="1349728658" sldId="261"/>
            <ac:picMk id="23" creationId="{D68572B6-50B7-5F68-B326-EC6C3B7165D1}"/>
          </ac:picMkLst>
        </pc:picChg>
        <pc:picChg chg="add del mod">
          <ac:chgData name="Joan Ribot Oliver" userId="d6ffbf2a-980c-4cf7-a9cb-3f49d0b22768" providerId="ADAL" clId="{AEFC63FC-69B6-9D4B-BFF0-B47458218524}" dt="2023-06-08T07:48:22.536" v="2848" actId="478"/>
          <ac:picMkLst>
            <pc:docMk/>
            <pc:sldMk cId="1349728658" sldId="261"/>
            <ac:picMk id="25" creationId="{AC574A2C-54F2-5EF7-AD7D-4B530DCDEE79}"/>
          </ac:picMkLst>
        </pc:picChg>
        <pc:picChg chg="add mod">
          <ac:chgData name="Joan Ribot Oliver" userId="d6ffbf2a-980c-4cf7-a9cb-3f49d0b22768" providerId="ADAL" clId="{AEFC63FC-69B6-9D4B-BFF0-B47458218524}" dt="2023-06-08T11:32:56.583" v="4324" actId="1076"/>
          <ac:picMkLst>
            <pc:docMk/>
            <pc:sldMk cId="1349728658" sldId="261"/>
            <ac:picMk id="27" creationId="{C6C68139-D9E3-1EEE-594B-FB6453DE0C30}"/>
          </ac:picMkLst>
        </pc:picChg>
        <pc:picChg chg="add mod">
          <ac:chgData name="Joan Ribot Oliver" userId="d6ffbf2a-980c-4cf7-a9cb-3f49d0b22768" providerId="ADAL" clId="{AEFC63FC-69B6-9D4B-BFF0-B47458218524}" dt="2023-06-08T08:16:40.954" v="3092" actId="1076"/>
          <ac:picMkLst>
            <pc:docMk/>
            <pc:sldMk cId="1349728658" sldId="261"/>
            <ac:picMk id="28" creationId="{385DCB9C-EAC6-2F28-5C51-8600A5549F73}"/>
          </ac:picMkLst>
        </pc:picChg>
        <pc:picChg chg="add mod">
          <ac:chgData name="Joan Ribot Oliver" userId="d6ffbf2a-980c-4cf7-a9cb-3f49d0b22768" providerId="ADAL" clId="{AEFC63FC-69B6-9D4B-BFF0-B47458218524}" dt="2023-06-08T11:33:11.557" v="4325" actId="1076"/>
          <ac:picMkLst>
            <pc:docMk/>
            <pc:sldMk cId="1349728658" sldId="261"/>
            <ac:picMk id="29" creationId="{1F490682-B51B-5BA5-AFCD-428C40568FF8}"/>
          </ac:picMkLst>
        </pc:picChg>
        <pc:picChg chg="add del mod">
          <ac:chgData name="Joan Ribot Oliver" userId="d6ffbf2a-980c-4cf7-a9cb-3f49d0b22768" providerId="ADAL" clId="{AEFC63FC-69B6-9D4B-BFF0-B47458218524}" dt="2023-06-08T15:57:38.075" v="4611"/>
          <ac:picMkLst>
            <pc:docMk/>
            <pc:sldMk cId="1349728658" sldId="261"/>
            <ac:picMk id="46" creationId="{5E1FBFC7-B604-B2A8-AABB-596E9702835C}"/>
          </ac:picMkLst>
        </pc:picChg>
        <pc:picChg chg="add del mod">
          <ac:chgData name="Joan Ribot Oliver" userId="d6ffbf2a-980c-4cf7-a9cb-3f49d0b22768" providerId="ADAL" clId="{AEFC63FC-69B6-9D4B-BFF0-B47458218524}" dt="2023-06-08T15:57:51.735" v="4613"/>
          <ac:picMkLst>
            <pc:docMk/>
            <pc:sldMk cId="1349728658" sldId="261"/>
            <ac:picMk id="50" creationId="{EBC2A404-EAF5-64B1-A94F-7507E2F88514}"/>
          </ac:picMkLst>
        </pc:picChg>
        <pc:picChg chg="add mod">
          <ac:chgData name="Joan Ribot Oliver" userId="d6ffbf2a-980c-4cf7-a9cb-3f49d0b22768" providerId="ADAL" clId="{AEFC63FC-69B6-9D4B-BFF0-B47458218524}" dt="2023-06-08T15:58:36.631" v="4614"/>
          <ac:picMkLst>
            <pc:docMk/>
            <pc:sldMk cId="1349728658" sldId="261"/>
            <ac:picMk id="54" creationId="{F0EAD80B-54AD-44AF-3526-1649283506B8}"/>
          </ac:picMkLst>
        </pc:picChg>
      </pc:sldChg>
      <pc:sldChg chg="addSp delSp modSp new mod modTransition setBg delAnim">
        <pc:chgData name="Joan Ribot Oliver" userId="d6ffbf2a-980c-4cf7-a9cb-3f49d0b22768" providerId="ADAL" clId="{AEFC63FC-69B6-9D4B-BFF0-B47458218524}" dt="2023-06-08T16:03:50.662" v="4627"/>
        <pc:sldMkLst>
          <pc:docMk/>
          <pc:sldMk cId="3840798549" sldId="262"/>
        </pc:sldMkLst>
        <pc:spChg chg="mod">
          <ac:chgData name="Joan Ribot Oliver" userId="d6ffbf2a-980c-4cf7-a9cb-3f49d0b22768" providerId="ADAL" clId="{AEFC63FC-69B6-9D4B-BFF0-B47458218524}" dt="2023-06-08T09:49:36.458" v="3765" actId="26606"/>
          <ac:spMkLst>
            <pc:docMk/>
            <pc:sldMk cId="3840798549" sldId="262"/>
            <ac:spMk id="2" creationId="{E9ED98D7-D1A4-7661-2D11-53B10EABC71B}"/>
          </ac:spMkLst>
        </pc:spChg>
        <pc:spChg chg="mod">
          <ac:chgData name="Joan Ribot Oliver" userId="d6ffbf2a-980c-4cf7-a9cb-3f49d0b22768" providerId="ADAL" clId="{AEFC63FC-69B6-9D4B-BFF0-B47458218524}" dt="2023-06-08T11:51:19.378" v="4355" actId="20577"/>
          <ac:spMkLst>
            <pc:docMk/>
            <pc:sldMk cId="3840798549" sldId="262"/>
            <ac:spMk id="3" creationId="{6036E1B4-4F75-E630-48C3-887F1335EC5C}"/>
          </ac:spMkLst>
        </pc:spChg>
        <pc:spChg chg="add mod">
          <ac:chgData name="Joan Ribot Oliver" userId="d6ffbf2a-980c-4cf7-a9cb-3f49d0b22768" providerId="ADAL" clId="{AEFC63FC-69B6-9D4B-BFF0-B47458218524}" dt="2023-06-08T09:50:46.708" v="3833" actId="1076"/>
          <ac:spMkLst>
            <pc:docMk/>
            <pc:sldMk cId="3840798549" sldId="262"/>
            <ac:spMk id="7" creationId="{C5A9D77E-543C-855A-855A-8E565765BA01}"/>
          </ac:spMkLst>
        </pc:spChg>
        <pc:spChg chg="add mod">
          <ac:chgData name="Joan Ribot Oliver" userId="d6ffbf2a-980c-4cf7-a9cb-3f49d0b22768" providerId="ADAL" clId="{AEFC63FC-69B6-9D4B-BFF0-B47458218524}" dt="2023-06-08T09:55:21.705" v="4190" actId="1076"/>
          <ac:spMkLst>
            <pc:docMk/>
            <pc:sldMk cId="3840798549" sldId="262"/>
            <ac:spMk id="8" creationId="{2D3585ED-82B3-F178-A4D9-2E07212473D2}"/>
          </ac:spMkLst>
        </pc:spChg>
        <pc:spChg chg="add del">
          <ac:chgData name="Joan Ribot Oliver" userId="d6ffbf2a-980c-4cf7-a9cb-3f49d0b22768" providerId="ADAL" clId="{AEFC63FC-69B6-9D4B-BFF0-B47458218524}" dt="2023-06-08T09:49:36.458" v="3765" actId="26606"/>
          <ac:spMkLst>
            <pc:docMk/>
            <pc:sldMk cId="3840798549" sldId="262"/>
            <ac:spMk id="11" creationId="{1EFD5358-E7E1-48E4-8AAF-72C5A5486BC8}"/>
          </ac:spMkLst>
        </pc:spChg>
        <pc:spChg chg="add del">
          <ac:chgData name="Joan Ribot Oliver" userId="d6ffbf2a-980c-4cf7-a9cb-3f49d0b22768" providerId="ADAL" clId="{AEFC63FC-69B6-9D4B-BFF0-B47458218524}" dt="2023-06-08T09:49:36.458" v="3765" actId="26606"/>
          <ac:spMkLst>
            <pc:docMk/>
            <pc:sldMk cId="3840798549" sldId="262"/>
            <ac:spMk id="13" creationId="{3EFEF205-91EC-45C0-B129-C4B7B770C2A8}"/>
          </ac:spMkLst>
        </pc:spChg>
        <pc:spChg chg="add del">
          <ac:chgData name="Joan Ribot Oliver" userId="d6ffbf2a-980c-4cf7-a9cb-3f49d0b22768" providerId="ADAL" clId="{AEFC63FC-69B6-9D4B-BFF0-B47458218524}" dt="2023-06-08T09:49:36.458" v="3765" actId="26606"/>
          <ac:spMkLst>
            <pc:docMk/>
            <pc:sldMk cId="3840798549" sldId="262"/>
            <ac:spMk id="15" creationId="{EDA2FAE8-3610-4EDB-85F1-C20BCF890F8A}"/>
          </ac:spMkLst>
        </pc:spChg>
        <pc:picChg chg="add mod">
          <ac:chgData name="Joan Ribot Oliver" userId="d6ffbf2a-980c-4cf7-a9cb-3f49d0b22768" providerId="ADAL" clId="{AEFC63FC-69B6-9D4B-BFF0-B47458218524}" dt="2023-06-08T09:55:08.217" v="4174" actId="1076"/>
          <ac:picMkLst>
            <pc:docMk/>
            <pc:sldMk cId="3840798549" sldId="262"/>
            <ac:picMk id="5" creationId="{73AB7D36-68FA-8928-5150-E26D33E03876}"/>
          </ac:picMkLst>
        </pc:picChg>
        <pc:picChg chg="add mod">
          <ac:chgData name="Joan Ribot Oliver" userId="d6ffbf2a-980c-4cf7-a9cb-3f49d0b22768" providerId="ADAL" clId="{AEFC63FC-69B6-9D4B-BFF0-B47458218524}" dt="2023-06-08T09:50:48.540" v="3834" actId="1076"/>
          <ac:picMkLst>
            <pc:docMk/>
            <pc:sldMk cId="3840798549" sldId="262"/>
            <ac:picMk id="6" creationId="{56953FEE-4889-7BEA-450D-3A49F70F0997}"/>
          </ac:picMkLst>
        </pc:picChg>
        <pc:picChg chg="add del mod">
          <ac:chgData name="Joan Ribot Oliver" userId="d6ffbf2a-980c-4cf7-a9cb-3f49d0b22768" providerId="ADAL" clId="{AEFC63FC-69B6-9D4B-BFF0-B47458218524}" dt="2023-06-08T12:34:07.986" v="4583" actId="478"/>
          <ac:picMkLst>
            <pc:docMk/>
            <pc:sldMk cId="3840798549" sldId="262"/>
            <ac:picMk id="17" creationId="{0DFCFB61-4B27-3244-9FB1-C119BD79BC14}"/>
          </ac:picMkLst>
        </pc:picChg>
        <pc:picChg chg="add mod">
          <ac:chgData name="Joan Ribot Oliver" userId="d6ffbf2a-980c-4cf7-a9cb-3f49d0b22768" providerId="ADAL" clId="{AEFC63FC-69B6-9D4B-BFF0-B47458218524}" dt="2023-06-08T16:03:50.662" v="4627"/>
          <ac:picMkLst>
            <pc:docMk/>
            <pc:sldMk cId="3840798549" sldId="262"/>
            <ac:picMk id="26" creationId="{79AF75F5-803D-E3D9-236E-928369925B33}"/>
          </ac:picMkLst>
        </pc:picChg>
      </pc:sldChg>
      <pc:sldChg chg="addSp delSp modSp new mod modTransition delAnim modAnim">
        <pc:chgData name="Joan Ribot Oliver" userId="d6ffbf2a-980c-4cf7-a9cb-3f49d0b22768" providerId="ADAL" clId="{AEFC63FC-69B6-9D4B-BFF0-B47458218524}" dt="2023-06-08T16:05:12.700" v="4630"/>
        <pc:sldMkLst>
          <pc:docMk/>
          <pc:sldMk cId="4245594255" sldId="263"/>
        </pc:sldMkLst>
        <pc:spChg chg="mod">
          <ac:chgData name="Joan Ribot Oliver" userId="d6ffbf2a-980c-4cf7-a9cb-3f49d0b22768" providerId="ADAL" clId="{AEFC63FC-69B6-9D4B-BFF0-B47458218524}" dt="2023-06-08T09:47:05.244" v="3760" actId="1076"/>
          <ac:spMkLst>
            <pc:docMk/>
            <pc:sldMk cId="4245594255" sldId="263"/>
            <ac:spMk id="2" creationId="{3E54B5B8-C668-0D41-BDF7-FADD67FBD453}"/>
          </ac:spMkLst>
        </pc:spChg>
        <pc:spChg chg="mod">
          <ac:chgData name="Joan Ribot Oliver" userId="d6ffbf2a-980c-4cf7-a9cb-3f49d0b22768" providerId="ADAL" clId="{AEFC63FC-69B6-9D4B-BFF0-B47458218524}" dt="2023-06-08T12:00:16.086" v="4553" actId="20577"/>
          <ac:spMkLst>
            <pc:docMk/>
            <pc:sldMk cId="4245594255" sldId="263"/>
            <ac:spMk id="3" creationId="{CDF31236-E2F0-294F-8B94-577CBAF127DC}"/>
          </ac:spMkLst>
        </pc:spChg>
        <pc:spChg chg="add mod">
          <ac:chgData name="Joan Ribot Oliver" userId="d6ffbf2a-980c-4cf7-a9cb-3f49d0b22768" providerId="ADAL" clId="{AEFC63FC-69B6-9D4B-BFF0-B47458218524}" dt="2023-06-08T09:54:29.736" v="4162" actId="1076"/>
          <ac:spMkLst>
            <pc:docMk/>
            <pc:sldMk cId="4245594255" sldId="263"/>
            <ac:spMk id="12" creationId="{B2AE3060-C76E-35B2-2486-D032067F0C6D}"/>
          </ac:spMkLst>
        </pc:spChg>
        <pc:spChg chg="add mod">
          <ac:chgData name="Joan Ribot Oliver" userId="d6ffbf2a-980c-4cf7-a9cb-3f49d0b22768" providerId="ADAL" clId="{AEFC63FC-69B6-9D4B-BFF0-B47458218524}" dt="2023-06-08T11:59:27.577" v="4415" actId="1076"/>
          <ac:spMkLst>
            <pc:docMk/>
            <pc:sldMk cId="4245594255" sldId="263"/>
            <ac:spMk id="13" creationId="{39CCFF69-A5A6-09D3-53D9-4ECC534ECEDA}"/>
          </ac:spMkLst>
        </pc:spChg>
        <pc:picChg chg="add del mod">
          <ac:chgData name="Joan Ribot Oliver" userId="d6ffbf2a-980c-4cf7-a9cb-3f49d0b22768" providerId="ADAL" clId="{AEFC63FC-69B6-9D4B-BFF0-B47458218524}" dt="2023-06-07T16:30:27.676" v="1853" actId="478"/>
          <ac:picMkLst>
            <pc:docMk/>
            <pc:sldMk cId="4245594255" sldId="263"/>
            <ac:picMk id="5" creationId="{339ED099-6B63-3654-F75C-13442B7FF437}"/>
          </ac:picMkLst>
        </pc:picChg>
        <pc:picChg chg="add del mod">
          <ac:chgData name="Joan Ribot Oliver" userId="d6ffbf2a-980c-4cf7-a9cb-3f49d0b22768" providerId="ADAL" clId="{AEFC63FC-69B6-9D4B-BFF0-B47458218524}" dt="2023-06-07T16:30:27.676" v="1853" actId="478"/>
          <ac:picMkLst>
            <pc:docMk/>
            <pc:sldMk cId="4245594255" sldId="263"/>
            <ac:picMk id="7" creationId="{F3901691-C251-3399-F3E5-C0A20E9FBE18}"/>
          </ac:picMkLst>
        </pc:picChg>
        <pc:picChg chg="add mod">
          <ac:chgData name="Joan Ribot Oliver" userId="d6ffbf2a-980c-4cf7-a9cb-3f49d0b22768" providerId="ADAL" clId="{AEFC63FC-69B6-9D4B-BFF0-B47458218524}" dt="2023-06-08T09:54:36.707" v="4165" actId="1076"/>
          <ac:picMkLst>
            <pc:docMk/>
            <pc:sldMk cId="4245594255" sldId="263"/>
            <ac:picMk id="9" creationId="{D8FE4E81-D4C8-A925-FD27-B2070706BD73}"/>
          </ac:picMkLst>
        </pc:picChg>
        <pc:picChg chg="add mod">
          <ac:chgData name="Joan Ribot Oliver" userId="d6ffbf2a-980c-4cf7-a9cb-3f49d0b22768" providerId="ADAL" clId="{AEFC63FC-69B6-9D4B-BFF0-B47458218524}" dt="2023-06-08T09:54:41.224" v="4167" actId="14100"/>
          <ac:picMkLst>
            <pc:docMk/>
            <pc:sldMk cId="4245594255" sldId="263"/>
            <ac:picMk id="11" creationId="{2EA1DA41-BE7A-CE09-4812-9A5BAA0D90F9}"/>
          </ac:picMkLst>
        </pc:picChg>
        <pc:picChg chg="add mod">
          <ac:chgData name="Joan Ribot Oliver" userId="d6ffbf2a-980c-4cf7-a9cb-3f49d0b22768" providerId="ADAL" clId="{AEFC63FC-69B6-9D4B-BFF0-B47458218524}" dt="2023-06-08T12:00:48.014" v="4558" actId="1076"/>
          <ac:picMkLst>
            <pc:docMk/>
            <pc:sldMk cId="4245594255" sldId="263"/>
            <ac:picMk id="14" creationId="{D2595E34-EA05-411E-0502-EEB5D12A05DE}"/>
          </ac:picMkLst>
        </pc:picChg>
        <pc:picChg chg="add del mod">
          <ac:chgData name="Joan Ribot Oliver" userId="d6ffbf2a-980c-4cf7-a9cb-3f49d0b22768" providerId="ADAL" clId="{AEFC63FC-69B6-9D4B-BFF0-B47458218524}" dt="2023-06-08T12:34:06.562" v="4582" actId="478"/>
          <ac:picMkLst>
            <pc:docMk/>
            <pc:sldMk cId="4245594255" sldId="263"/>
            <ac:picMk id="20" creationId="{635CA895-3FE0-CE46-DB09-AC667B4BD3A8}"/>
          </ac:picMkLst>
        </pc:picChg>
        <pc:picChg chg="add del mod">
          <ac:chgData name="Joan Ribot Oliver" userId="d6ffbf2a-980c-4cf7-a9cb-3f49d0b22768" providerId="ADAL" clId="{AEFC63FC-69B6-9D4B-BFF0-B47458218524}" dt="2023-06-08T16:04:12.150" v="4629"/>
          <ac:picMkLst>
            <pc:docMk/>
            <pc:sldMk cId="4245594255" sldId="263"/>
            <ac:picMk id="28" creationId="{4A538236-943F-6E0E-C77C-C2200E5C838D}"/>
          </ac:picMkLst>
        </pc:picChg>
        <pc:picChg chg="add mod">
          <ac:chgData name="Joan Ribot Oliver" userId="d6ffbf2a-980c-4cf7-a9cb-3f49d0b22768" providerId="ADAL" clId="{AEFC63FC-69B6-9D4B-BFF0-B47458218524}" dt="2023-06-08T16:05:12.700" v="4630"/>
          <ac:picMkLst>
            <pc:docMk/>
            <pc:sldMk cId="4245594255" sldId="263"/>
            <ac:picMk id="32" creationId="{A0BE47B2-3C3F-94D2-E6C7-17BBBDB206FA}"/>
          </ac:picMkLst>
        </pc:picChg>
      </pc:sldChg>
      <pc:sldChg chg="modSp new del mod">
        <pc:chgData name="Joan Ribot Oliver" userId="d6ffbf2a-980c-4cf7-a9cb-3f49d0b22768" providerId="ADAL" clId="{AEFC63FC-69B6-9D4B-BFF0-B47458218524}" dt="2023-06-07T15:27:07.965" v="1338" actId="680"/>
        <pc:sldMkLst>
          <pc:docMk/>
          <pc:sldMk cId="264145684" sldId="264"/>
        </pc:sldMkLst>
        <pc:spChg chg="mod">
          <ac:chgData name="Joan Ribot Oliver" userId="d6ffbf2a-980c-4cf7-a9cb-3f49d0b22768" providerId="ADAL" clId="{AEFC63FC-69B6-9D4B-BFF0-B47458218524}" dt="2023-06-07T15:27:07.582" v="1337"/>
          <ac:spMkLst>
            <pc:docMk/>
            <pc:sldMk cId="264145684" sldId="264"/>
            <ac:spMk id="2" creationId="{5187C0A1-1B11-4C88-E6FE-528832CE111A}"/>
          </ac:spMkLst>
        </pc:spChg>
      </pc:sldChg>
      <pc:sldChg chg="addSp delSp modSp new mod modTransition setBg modClrScheme delAnim modAnim chgLayout">
        <pc:chgData name="Joan Ribot Oliver" userId="d6ffbf2a-980c-4cf7-a9cb-3f49d0b22768" providerId="ADAL" clId="{AEFC63FC-69B6-9D4B-BFF0-B47458218524}" dt="2023-06-08T15:56:31.464" v="4608"/>
        <pc:sldMkLst>
          <pc:docMk/>
          <pc:sldMk cId="2030820930" sldId="264"/>
        </pc:sldMkLst>
        <pc:spChg chg="del mod ord">
          <ac:chgData name="Joan Ribot Oliver" userId="d6ffbf2a-980c-4cf7-a9cb-3f49d0b22768" providerId="ADAL" clId="{AEFC63FC-69B6-9D4B-BFF0-B47458218524}" dt="2023-06-07T15:35:43.254" v="1439" actId="700"/>
          <ac:spMkLst>
            <pc:docMk/>
            <pc:sldMk cId="2030820930" sldId="264"/>
            <ac:spMk id="2" creationId="{0CF6350C-DAE4-4504-6E82-030A12103B60}"/>
          </ac:spMkLst>
        </pc:spChg>
        <pc:spChg chg="del mod ord">
          <ac:chgData name="Joan Ribot Oliver" userId="d6ffbf2a-980c-4cf7-a9cb-3f49d0b22768" providerId="ADAL" clId="{AEFC63FC-69B6-9D4B-BFF0-B47458218524}" dt="2023-06-07T15:35:43.254" v="1439" actId="700"/>
          <ac:spMkLst>
            <pc:docMk/>
            <pc:sldMk cId="2030820930" sldId="264"/>
            <ac:spMk id="3" creationId="{F9053B56-A538-33E0-4F85-588C1A7D9F1C}"/>
          </ac:spMkLst>
        </pc:spChg>
        <pc:spChg chg="del">
          <ac:chgData name="Joan Ribot Oliver" userId="d6ffbf2a-980c-4cf7-a9cb-3f49d0b22768" providerId="ADAL" clId="{AEFC63FC-69B6-9D4B-BFF0-B47458218524}" dt="2023-06-07T15:35:43.254" v="1439" actId="700"/>
          <ac:spMkLst>
            <pc:docMk/>
            <pc:sldMk cId="2030820930" sldId="264"/>
            <ac:spMk id="4" creationId="{4D82FAE8-082A-60D1-1A1F-F7AAB9D00F11}"/>
          </ac:spMkLst>
        </pc:spChg>
        <pc:spChg chg="add mod ord">
          <ac:chgData name="Joan Ribot Oliver" userId="d6ffbf2a-980c-4cf7-a9cb-3f49d0b22768" providerId="ADAL" clId="{AEFC63FC-69B6-9D4B-BFF0-B47458218524}" dt="2023-06-08T11:05:51.969" v="4242" actId="122"/>
          <ac:spMkLst>
            <pc:docMk/>
            <pc:sldMk cId="2030820930" sldId="264"/>
            <ac:spMk id="5" creationId="{2B7C11E9-110E-0D41-C7D5-931C854F5EA3}"/>
          </ac:spMkLst>
        </pc:spChg>
        <pc:spChg chg="add del mod ord">
          <ac:chgData name="Joan Ribot Oliver" userId="d6ffbf2a-980c-4cf7-a9cb-3f49d0b22768" providerId="ADAL" clId="{AEFC63FC-69B6-9D4B-BFF0-B47458218524}" dt="2023-06-07T15:36:16.612" v="1440" actId="931"/>
          <ac:spMkLst>
            <pc:docMk/>
            <pc:sldMk cId="2030820930" sldId="264"/>
            <ac:spMk id="6" creationId="{94861D1A-49EE-3C4F-DC9A-16DBE49375E8}"/>
          </ac:spMkLst>
        </pc:spChg>
        <pc:spChg chg="add del mod">
          <ac:chgData name="Joan Ribot Oliver" userId="d6ffbf2a-980c-4cf7-a9cb-3f49d0b22768" providerId="ADAL" clId="{AEFC63FC-69B6-9D4B-BFF0-B47458218524}" dt="2023-06-07T15:37:19.097" v="1502"/>
          <ac:spMkLst>
            <pc:docMk/>
            <pc:sldMk cId="2030820930" sldId="264"/>
            <ac:spMk id="9" creationId="{A4A8C8E0-7AE4-10A2-D931-BBB1B457556E}"/>
          </ac:spMkLst>
        </pc:spChg>
        <pc:spChg chg="add del mod">
          <ac:chgData name="Joan Ribot Oliver" userId="d6ffbf2a-980c-4cf7-a9cb-3f49d0b22768" providerId="ADAL" clId="{AEFC63FC-69B6-9D4B-BFF0-B47458218524}" dt="2023-06-07T15:41:24.431" v="1599" actId="26606"/>
          <ac:spMkLst>
            <pc:docMk/>
            <pc:sldMk cId="2030820930" sldId="264"/>
            <ac:spMk id="10" creationId="{006D865D-117E-1BD0-D0AD-5F9C1993D0FA}"/>
          </ac:spMkLst>
        </pc:spChg>
        <pc:spChg chg="add mod ord">
          <ac:chgData name="Joan Ribot Oliver" userId="d6ffbf2a-980c-4cf7-a9cb-3f49d0b22768" providerId="ADAL" clId="{AEFC63FC-69B6-9D4B-BFF0-B47458218524}" dt="2023-06-08T07:21:49.691" v="2541" actId="5793"/>
          <ac:spMkLst>
            <pc:docMk/>
            <pc:sldMk cId="2030820930" sldId="264"/>
            <ac:spMk id="11" creationId="{B0EE3968-0DBC-E8D6-9AB4-EBFC26119FE1}"/>
          </ac:spMkLst>
        </pc:spChg>
        <pc:spChg chg="add del mod">
          <ac:chgData name="Joan Ribot Oliver" userId="d6ffbf2a-980c-4cf7-a9cb-3f49d0b22768" providerId="ADAL" clId="{AEFC63FC-69B6-9D4B-BFF0-B47458218524}" dt="2023-06-07T15:43:29.016" v="1668" actId="931"/>
          <ac:spMkLst>
            <pc:docMk/>
            <pc:sldMk cId="2030820930" sldId="264"/>
            <ac:spMk id="15" creationId="{3DA6FD21-A5D5-BFC8-00DB-BECA63DCE91E}"/>
          </ac:spMkLst>
        </pc:spChg>
        <pc:spChg chg="add del">
          <ac:chgData name="Joan Ribot Oliver" userId="d6ffbf2a-980c-4cf7-a9cb-3f49d0b22768" providerId="ADAL" clId="{AEFC63FC-69B6-9D4B-BFF0-B47458218524}" dt="2023-06-07T15:43:20.977" v="1666" actId="26606"/>
          <ac:spMkLst>
            <pc:docMk/>
            <pc:sldMk cId="2030820930" sldId="264"/>
            <ac:spMk id="16" creationId="{BD4C0BBB-0042-4603-A226-6117F3FD5B3C}"/>
          </ac:spMkLst>
        </pc:spChg>
        <pc:spChg chg="add del">
          <ac:chgData name="Joan Ribot Oliver" userId="d6ffbf2a-980c-4cf7-a9cb-3f49d0b22768" providerId="ADAL" clId="{AEFC63FC-69B6-9D4B-BFF0-B47458218524}" dt="2023-06-07T15:43:20.977" v="1666" actId="26606"/>
          <ac:spMkLst>
            <pc:docMk/>
            <pc:sldMk cId="2030820930" sldId="264"/>
            <ac:spMk id="18" creationId="{EC44F520-2598-460E-9F91-B02F60830CA2}"/>
          </ac:spMkLst>
        </pc:spChg>
        <pc:spChg chg="add del">
          <ac:chgData name="Joan Ribot Oliver" userId="d6ffbf2a-980c-4cf7-a9cb-3f49d0b22768" providerId="ADAL" clId="{AEFC63FC-69B6-9D4B-BFF0-B47458218524}" dt="2023-06-07T15:43:20.977" v="1666" actId="26606"/>
          <ac:spMkLst>
            <pc:docMk/>
            <pc:sldMk cId="2030820930" sldId="264"/>
            <ac:spMk id="20" creationId="{11D6A2A3-F101-46F7-8B6F-1C699CAFE9AD}"/>
          </ac:spMkLst>
        </pc:spChg>
        <pc:spChg chg="add del">
          <ac:chgData name="Joan Ribot Oliver" userId="d6ffbf2a-980c-4cf7-a9cb-3f49d0b22768" providerId="ADAL" clId="{AEFC63FC-69B6-9D4B-BFF0-B47458218524}" dt="2023-06-07T15:43:20.977" v="1666" actId="26606"/>
          <ac:spMkLst>
            <pc:docMk/>
            <pc:sldMk cId="2030820930" sldId="264"/>
            <ac:spMk id="22" creationId="{529E760E-527D-4053-A309-F2BDE12501CD}"/>
          </ac:spMkLst>
        </pc:spChg>
        <pc:spChg chg="add del mod">
          <ac:chgData name="Joan Ribot Oliver" userId="d6ffbf2a-980c-4cf7-a9cb-3f49d0b22768" providerId="ADAL" clId="{AEFC63FC-69B6-9D4B-BFF0-B47458218524}" dt="2023-06-07T15:43:32.184" v="1670" actId="478"/>
          <ac:spMkLst>
            <pc:docMk/>
            <pc:sldMk cId="2030820930" sldId="264"/>
            <ac:spMk id="23" creationId="{208926E0-F71F-099C-DAFC-F932984F5204}"/>
          </ac:spMkLst>
        </pc:spChg>
        <pc:spChg chg="add del">
          <ac:chgData name="Joan Ribot Oliver" userId="d6ffbf2a-980c-4cf7-a9cb-3f49d0b22768" providerId="ADAL" clId="{AEFC63FC-69B6-9D4B-BFF0-B47458218524}" dt="2023-06-07T15:43:20.977" v="1666" actId="26606"/>
          <ac:spMkLst>
            <pc:docMk/>
            <pc:sldMk cId="2030820930" sldId="264"/>
            <ac:spMk id="24" creationId="{4153D448-4ED1-429A-A28C-8316DE7CAF7E}"/>
          </ac:spMkLst>
        </pc:spChg>
        <pc:spChg chg="add del mod">
          <ac:chgData name="Joan Ribot Oliver" userId="d6ffbf2a-980c-4cf7-a9cb-3f49d0b22768" providerId="ADAL" clId="{AEFC63FC-69B6-9D4B-BFF0-B47458218524}" dt="2023-06-07T15:43:37.205" v="1673" actId="478"/>
          <ac:spMkLst>
            <pc:docMk/>
            <pc:sldMk cId="2030820930" sldId="264"/>
            <ac:spMk id="26" creationId="{C10DB626-9C7C-4873-36FE-95AA7A9F4483}"/>
          </ac:spMkLst>
        </pc:spChg>
        <pc:spChg chg="add del">
          <ac:chgData name="Joan Ribot Oliver" userId="d6ffbf2a-980c-4cf7-a9cb-3f49d0b22768" providerId="ADAL" clId="{AEFC63FC-69B6-9D4B-BFF0-B47458218524}" dt="2023-06-07T15:43:20.977" v="1666" actId="26606"/>
          <ac:spMkLst>
            <pc:docMk/>
            <pc:sldMk cId="2030820930" sldId="264"/>
            <ac:spMk id="29" creationId="{BD4C0BBB-0042-4603-A226-6117F3FD5B3C}"/>
          </ac:spMkLst>
        </pc:spChg>
        <pc:spChg chg="add del">
          <ac:chgData name="Joan Ribot Oliver" userId="d6ffbf2a-980c-4cf7-a9cb-3f49d0b22768" providerId="ADAL" clId="{AEFC63FC-69B6-9D4B-BFF0-B47458218524}" dt="2023-06-07T15:43:20.977" v="1666" actId="26606"/>
          <ac:spMkLst>
            <pc:docMk/>
            <pc:sldMk cId="2030820930" sldId="264"/>
            <ac:spMk id="31" creationId="{EC44F520-2598-460E-9F91-B02F60830CA2}"/>
          </ac:spMkLst>
        </pc:spChg>
        <pc:spChg chg="add del">
          <ac:chgData name="Joan Ribot Oliver" userId="d6ffbf2a-980c-4cf7-a9cb-3f49d0b22768" providerId="ADAL" clId="{AEFC63FC-69B6-9D4B-BFF0-B47458218524}" dt="2023-06-07T15:43:20.977" v="1666" actId="26606"/>
          <ac:spMkLst>
            <pc:docMk/>
            <pc:sldMk cId="2030820930" sldId="264"/>
            <ac:spMk id="33" creationId="{006B7FC8-9C5A-4B07-99F6-3FF4F05009E4}"/>
          </ac:spMkLst>
        </pc:spChg>
        <pc:spChg chg="add del">
          <ac:chgData name="Joan Ribot Oliver" userId="d6ffbf2a-980c-4cf7-a9cb-3f49d0b22768" providerId="ADAL" clId="{AEFC63FC-69B6-9D4B-BFF0-B47458218524}" dt="2023-06-07T15:43:20.977" v="1666" actId="26606"/>
          <ac:spMkLst>
            <pc:docMk/>
            <pc:sldMk cId="2030820930" sldId="264"/>
            <ac:spMk id="35" creationId="{20D096B9-E2A9-4907-8AA6-44183A98A0AB}"/>
          </ac:spMkLst>
        </pc:spChg>
        <pc:spChg chg="add del">
          <ac:chgData name="Joan Ribot Oliver" userId="d6ffbf2a-980c-4cf7-a9cb-3f49d0b22768" providerId="ADAL" clId="{AEFC63FC-69B6-9D4B-BFF0-B47458218524}" dt="2023-06-07T15:43:20.977" v="1666" actId="26606"/>
          <ac:spMkLst>
            <pc:docMk/>
            <pc:sldMk cId="2030820930" sldId="264"/>
            <ac:spMk id="37" creationId="{48DC8FFA-551D-4179-8098-F7020A6B3D6C}"/>
          </ac:spMkLst>
        </pc:spChg>
        <pc:spChg chg="add del">
          <ac:chgData name="Joan Ribot Oliver" userId="d6ffbf2a-980c-4cf7-a9cb-3f49d0b22768" providerId="ADAL" clId="{AEFC63FC-69B6-9D4B-BFF0-B47458218524}" dt="2023-06-07T15:43:20.977" v="1666" actId="26606"/>
          <ac:spMkLst>
            <pc:docMk/>
            <pc:sldMk cId="2030820930" sldId="264"/>
            <ac:spMk id="39" creationId="{7F704F97-5616-4BF4-973D-20EA0D7DB2E7}"/>
          </ac:spMkLst>
        </pc:spChg>
        <pc:spChg chg="add del">
          <ac:chgData name="Joan Ribot Oliver" userId="d6ffbf2a-980c-4cf7-a9cb-3f49d0b22768" providerId="ADAL" clId="{AEFC63FC-69B6-9D4B-BFF0-B47458218524}" dt="2023-06-07T15:43:20.977" v="1666" actId="26606"/>
          <ac:spMkLst>
            <pc:docMk/>
            <pc:sldMk cId="2030820930" sldId="264"/>
            <ac:spMk id="41" creationId="{D83D16B0-C2A0-40BB-B4B6-F629839EA768}"/>
          </ac:spMkLst>
        </pc:spChg>
        <pc:picChg chg="add del mod ord">
          <ac:chgData name="Joan Ribot Oliver" userId="d6ffbf2a-980c-4cf7-a9cb-3f49d0b22768" providerId="ADAL" clId="{AEFC63FC-69B6-9D4B-BFF0-B47458218524}" dt="2023-06-07T15:43:22.666" v="1667" actId="478"/>
          <ac:picMkLst>
            <pc:docMk/>
            <pc:sldMk cId="2030820930" sldId="264"/>
            <ac:picMk id="8" creationId="{6BDCC893-4744-EFB4-C9BE-A161BFE62087}"/>
          </ac:picMkLst>
        </pc:picChg>
        <pc:picChg chg="add mod">
          <ac:chgData name="Joan Ribot Oliver" userId="d6ffbf2a-980c-4cf7-a9cb-3f49d0b22768" providerId="ADAL" clId="{AEFC63FC-69B6-9D4B-BFF0-B47458218524}" dt="2023-06-07T15:43:39.825" v="1674" actId="1076"/>
          <ac:picMkLst>
            <pc:docMk/>
            <pc:sldMk cId="2030820930" sldId="264"/>
            <ac:picMk id="13" creationId="{ECA709CC-9732-1F48-1E0C-814D825831D4}"/>
          </ac:picMkLst>
        </pc:picChg>
        <pc:picChg chg="add del mod">
          <ac:chgData name="Joan Ribot Oliver" userId="d6ffbf2a-980c-4cf7-a9cb-3f49d0b22768" providerId="ADAL" clId="{AEFC63FC-69B6-9D4B-BFF0-B47458218524}" dt="2023-06-07T15:43:35.635" v="1672" actId="478"/>
          <ac:picMkLst>
            <pc:docMk/>
            <pc:sldMk cId="2030820930" sldId="264"/>
            <ac:picMk id="19" creationId="{B08736FE-3B95-8E57-85FF-EE03027AEF51}"/>
          </ac:picMkLst>
        </pc:picChg>
        <pc:picChg chg="add del mod">
          <ac:chgData name="Joan Ribot Oliver" userId="d6ffbf2a-980c-4cf7-a9cb-3f49d0b22768" providerId="ADAL" clId="{AEFC63FC-69B6-9D4B-BFF0-B47458218524}" dt="2023-06-08T12:17:42.443" v="4566" actId="478"/>
          <ac:picMkLst>
            <pc:docMk/>
            <pc:sldMk cId="2030820930" sldId="264"/>
            <ac:picMk id="30" creationId="{6BC1E127-120E-EB46-8D5B-F91711DE275E}"/>
          </ac:picMkLst>
        </pc:picChg>
        <pc:picChg chg="add del mod">
          <ac:chgData name="Joan Ribot Oliver" userId="d6ffbf2a-980c-4cf7-a9cb-3f49d0b22768" providerId="ADAL" clId="{AEFC63FC-69B6-9D4B-BFF0-B47458218524}" dt="2023-06-08T12:17:40.472" v="4565" actId="478"/>
          <ac:picMkLst>
            <pc:docMk/>
            <pc:sldMk cId="2030820930" sldId="264"/>
            <ac:picMk id="34" creationId="{3551AA70-7280-B424-8B09-E0FC464E822D}"/>
          </ac:picMkLst>
        </pc:picChg>
        <pc:picChg chg="add del mod">
          <ac:chgData name="Joan Ribot Oliver" userId="d6ffbf2a-980c-4cf7-a9cb-3f49d0b22768" providerId="ADAL" clId="{AEFC63FC-69B6-9D4B-BFF0-B47458218524}" dt="2023-06-08T12:17:57.784" v="4571" actId="478"/>
          <ac:picMkLst>
            <pc:docMk/>
            <pc:sldMk cId="2030820930" sldId="264"/>
            <ac:picMk id="38" creationId="{5E59AC53-B8CA-C58F-004F-39761B909355}"/>
          </ac:picMkLst>
        </pc:picChg>
        <pc:picChg chg="add del mod">
          <ac:chgData name="Joan Ribot Oliver" userId="d6ffbf2a-980c-4cf7-a9cb-3f49d0b22768" providerId="ADAL" clId="{AEFC63FC-69B6-9D4B-BFF0-B47458218524}" dt="2023-06-08T12:20:47.775" v="4577"/>
          <ac:picMkLst>
            <pc:docMk/>
            <pc:sldMk cId="2030820930" sldId="264"/>
            <ac:picMk id="43" creationId="{696C2E26-84AE-67CB-E48A-5B381B082933}"/>
          </ac:picMkLst>
        </pc:picChg>
        <pc:picChg chg="add mod">
          <ac:chgData name="Joan Ribot Oliver" userId="d6ffbf2a-980c-4cf7-a9cb-3f49d0b22768" providerId="ADAL" clId="{AEFC63FC-69B6-9D4B-BFF0-B47458218524}" dt="2023-06-08T15:56:31.464" v="4608"/>
          <ac:picMkLst>
            <pc:docMk/>
            <pc:sldMk cId="2030820930" sldId="264"/>
            <ac:picMk id="76" creationId="{418B7252-1827-5B72-B9E9-A6EBB3922985}"/>
          </ac:picMkLst>
        </pc:picChg>
      </pc:sldChg>
      <pc:sldChg chg="addSp delSp modSp new del mod setBg">
        <pc:chgData name="Joan Ribot Oliver" userId="d6ffbf2a-980c-4cf7-a9cb-3f49d0b22768" providerId="ADAL" clId="{AEFC63FC-69B6-9D4B-BFF0-B47458218524}" dt="2023-06-07T16:31:15.096" v="1866" actId="2696"/>
        <pc:sldMkLst>
          <pc:docMk/>
          <pc:sldMk cId="1538400541" sldId="265"/>
        </pc:sldMkLst>
        <pc:spChg chg="mod">
          <ac:chgData name="Joan Ribot Oliver" userId="d6ffbf2a-980c-4cf7-a9cb-3f49d0b22768" providerId="ADAL" clId="{AEFC63FC-69B6-9D4B-BFF0-B47458218524}" dt="2023-06-07T16:28:40.376" v="1804" actId="26606"/>
          <ac:spMkLst>
            <pc:docMk/>
            <pc:sldMk cId="1538400541" sldId="265"/>
            <ac:spMk id="2" creationId="{5244EBDA-19C1-9B69-6C45-3BFB7DD25FCF}"/>
          </ac:spMkLst>
        </pc:spChg>
        <pc:spChg chg="del">
          <ac:chgData name="Joan Ribot Oliver" userId="d6ffbf2a-980c-4cf7-a9cb-3f49d0b22768" providerId="ADAL" clId="{AEFC63FC-69B6-9D4B-BFF0-B47458218524}" dt="2023-06-07T16:26:53.011" v="1789" actId="931"/>
          <ac:spMkLst>
            <pc:docMk/>
            <pc:sldMk cId="1538400541" sldId="265"/>
            <ac:spMk id="3" creationId="{5D3A86F5-2F19-4927-AFA1-68FCCCA19003}"/>
          </ac:spMkLst>
        </pc:spChg>
        <pc:spChg chg="add del mod">
          <ac:chgData name="Joan Ribot Oliver" userId="d6ffbf2a-980c-4cf7-a9cb-3f49d0b22768" providerId="ADAL" clId="{AEFC63FC-69B6-9D4B-BFF0-B47458218524}" dt="2023-06-07T16:28:33.958" v="1803"/>
          <ac:spMkLst>
            <pc:docMk/>
            <pc:sldMk cId="1538400541" sldId="265"/>
            <ac:spMk id="11" creationId="{113DBDC8-D726-39BF-B7FF-A873241C422A}"/>
          </ac:spMkLst>
        </pc:spChg>
        <pc:spChg chg="add">
          <ac:chgData name="Joan Ribot Oliver" userId="d6ffbf2a-980c-4cf7-a9cb-3f49d0b22768" providerId="ADAL" clId="{AEFC63FC-69B6-9D4B-BFF0-B47458218524}" dt="2023-06-07T16:28:40.376" v="1804" actId="26606"/>
          <ac:spMkLst>
            <pc:docMk/>
            <pc:sldMk cId="1538400541" sldId="265"/>
            <ac:spMk id="17" creationId="{E383CC5D-71E8-4CB2-8E4A-F1E4FF6DC9D6}"/>
          </ac:spMkLst>
        </pc:spChg>
        <pc:spChg chg="add">
          <ac:chgData name="Joan Ribot Oliver" userId="d6ffbf2a-980c-4cf7-a9cb-3f49d0b22768" providerId="ADAL" clId="{AEFC63FC-69B6-9D4B-BFF0-B47458218524}" dt="2023-06-07T16:28:40.376" v="1804" actId="26606"/>
          <ac:spMkLst>
            <pc:docMk/>
            <pc:sldMk cId="1538400541" sldId="265"/>
            <ac:spMk id="19" creationId="{E2DA5AC1-43C5-4243-9028-07DBB80D0C95}"/>
          </ac:spMkLst>
        </pc:spChg>
        <pc:spChg chg="add">
          <ac:chgData name="Joan Ribot Oliver" userId="d6ffbf2a-980c-4cf7-a9cb-3f49d0b22768" providerId="ADAL" clId="{AEFC63FC-69B6-9D4B-BFF0-B47458218524}" dt="2023-06-07T16:28:40.376" v="1804" actId="26606"/>
          <ac:spMkLst>
            <pc:docMk/>
            <pc:sldMk cId="1538400541" sldId="265"/>
            <ac:spMk id="21" creationId="{8A4EDA1C-27A1-4C83-ACE4-6675EC9245B1}"/>
          </ac:spMkLst>
        </pc:spChg>
        <pc:spChg chg="add">
          <ac:chgData name="Joan Ribot Oliver" userId="d6ffbf2a-980c-4cf7-a9cb-3f49d0b22768" providerId="ADAL" clId="{AEFC63FC-69B6-9D4B-BFF0-B47458218524}" dt="2023-06-07T16:28:40.376" v="1804" actId="26606"/>
          <ac:spMkLst>
            <pc:docMk/>
            <pc:sldMk cId="1538400541" sldId="265"/>
            <ac:spMk id="23" creationId="{1C2185E4-B584-4B9D-9440-DEA0FB9D94DF}"/>
          </ac:spMkLst>
        </pc:spChg>
        <pc:spChg chg="add">
          <ac:chgData name="Joan Ribot Oliver" userId="d6ffbf2a-980c-4cf7-a9cb-3f49d0b22768" providerId="ADAL" clId="{AEFC63FC-69B6-9D4B-BFF0-B47458218524}" dt="2023-06-07T16:28:40.376" v="1804" actId="26606"/>
          <ac:spMkLst>
            <pc:docMk/>
            <pc:sldMk cId="1538400541" sldId="265"/>
            <ac:spMk id="25" creationId="{FF33EC8A-EE0A-4395-97E2-DAD467CF734C}"/>
          </ac:spMkLst>
        </pc:spChg>
        <pc:spChg chg="add">
          <ac:chgData name="Joan Ribot Oliver" userId="d6ffbf2a-980c-4cf7-a9cb-3f49d0b22768" providerId="ADAL" clId="{AEFC63FC-69B6-9D4B-BFF0-B47458218524}" dt="2023-06-07T16:28:40.376" v="1804" actId="26606"/>
          <ac:spMkLst>
            <pc:docMk/>
            <pc:sldMk cId="1538400541" sldId="265"/>
            <ac:spMk id="27" creationId="{FF85DA95-16A4-404E-9BFF-27F8E4FC78AA}"/>
          </ac:spMkLst>
        </pc:spChg>
        <pc:graphicFrameChg chg="add mod modGraphic">
          <ac:chgData name="Joan Ribot Oliver" userId="d6ffbf2a-980c-4cf7-a9cb-3f49d0b22768" providerId="ADAL" clId="{AEFC63FC-69B6-9D4B-BFF0-B47458218524}" dt="2023-06-07T16:29:32.620" v="1842" actId="20577"/>
          <ac:graphicFrameMkLst>
            <pc:docMk/>
            <pc:sldMk cId="1538400541" sldId="265"/>
            <ac:graphicFrameMk id="12" creationId="{A87EB3A8-8C37-9823-867B-0F2C8EEF73F1}"/>
          </ac:graphicFrameMkLst>
        </pc:graphicFrameChg>
        <pc:picChg chg="add del mod">
          <ac:chgData name="Joan Ribot Oliver" userId="d6ffbf2a-980c-4cf7-a9cb-3f49d0b22768" providerId="ADAL" clId="{AEFC63FC-69B6-9D4B-BFF0-B47458218524}" dt="2023-06-07T16:28:10.091" v="1802" actId="478"/>
          <ac:picMkLst>
            <pc:docMk/>
            <pc:sldMk cId="1538400541" sldId="265"/>
            <ac:picMk id="5" creationId="{1B6444AC-683A-27AD-F431-134A542D971E}"/>
          </ac:picMkLst>
        </pc:picChg>
        <pc:picChg chg="add del mod">
          <ac:chgData name="Joan Ribot Oliver" userId="d6ffbf2a-980c-4cf7-a9cb-3f49d0b22768" providerId="ADAL" clId="{AEFC63FC-69B6-9D4B-BFF0-B47458218524}" dt="2023-06-07T16:27:18.165" v="1796" actId="478"/>
          <ac:picMkLst>
            <pc:docMk/>
            <pc:sldMk cId="1538400541" sldId="265"/>
            <ac:picMk id="7" creationId="{818CA15A-CDD0-703A-0A1E-9DFE14815A83}"/>
          </ac:picMkLst>
        </pc:picChg>
        <pc:picChg chg="add del mod">
          <ac:chgData name="Joan Ribot Oliver" userId="d6ffbf2a-980c-4cf7-a9cb-3f49d0b22768" providerId="ADAL" clId="{AEFC63FC-69B6-9D4B-BFF0-B47458218524}" dt="2023-06-07T16:27:26.896" v="1801" actId="478"/>
          <ac:picMkLst>
            <pc:docMk/>
            <pc:sldMk cId="1538400541" sldId="265"/>
            <ac:picMk id="9" creationId="{5A03E2A2-7660-44D9-09B0-30F23ECC8857}"/>
          </ac:picMkLst>
        </pc:picChg>
      </pc:sldChg>
      <pc:sldChg chg="addSp delSp modSp new mod modTransition delAnim modAnim">
        <pc:chgData name="Joan Ribot Oliver" userId="d6ffbf2a-980c-4cf7-a9cb-3f49d0b22768" providerId="ADAL" clId="{AEFC63FC-69B6-9D4B-BFF0-B47458218524}" dt="2023-06-08T16:02:12.097" v="4625"/>
        <pc:sldMkLst>
          <pc:docMk/>
          <pc:sldMk cId="2526231182" sldId="265"/>
        </pc:sldMkLst>
        <pc:spChg chg="mod">
          <ac:chgData name="Joan Ribot Oliver" userId="d6ffbf2a-980c-4cf7-a9cb-3f49d0b22768" providerId="ADAL" clId="{AEFC63FC-69B6-9D4B-BFF0-B47458218524}" dt="2023-06-07T20:29:02.241" v="2319" actId="1076"/>
          <ac:spMkLst>
            <pc:docMk/>
            <pc:sldMk cId="2526231182" sldId="265"/>
            <ac:spMk id="2" creationId="{30ABC919-F7AA-2C3B-30ED-093CBCC06861}"/>
          </ac:spMkLst>
        </pc:spChg>
        <pc:spChg chg="del">
          <ac:chgData name="Joan Ribot Oliver" userId="d6ffbf2a-980c-4cf7-a9cb-3f49d0b22768" providerId="ADAL" clId="{AEFC63FC-69B6-9D4B-BFF0-B47458218524}" dt="2023-06-07T20:28:41.487" v="2291" actId="931"/>
          <ac:spMkLst>
            <pc:docMk/>
            <pc:sldMk cId="2526231182" sldId="265"/>
            <ac:spMk id="3" creationId="{D91AE65B-78A7-4997-347F-DEFFA6A5E26D}"/>
          </ac:spMkLst>
        </pc:spChg>
        <pc:spChg chg="add mod">
          <ac:chgData name="Joan Ribot Oliver" userId="d6ffbf2a-980c-4cf7-a9cb-3f49d0b22768" providerId="ADAL" clId="{AEFC63FC-69B6-9D4B-BFF0-B47458218524}" dt="2023-06-08T09:27:25.197" v="3716" actId="1076"/>
          <ac:spMkLst>
            <pc:docMk/>
            <pc:sldMk cId="2526231182" sldId="265"/>
            <ac:spMk id="8" creationId="{79C5E50B-D628-947C-BDEC-FFC3ECDC7041}"/>
          </ac:spMkLst>
        </pc:spChg>
        <pc:graphicFrameChg chg="add mod modGraphic">
          <ac:chgData name="Joan Ribot Oliver" userId="d6ffbf2a-980c-4cf7-a9cb-3f49d0b22768" providerId="ADAL" clId="{AEFC63FC-69B6-9D4B-BFF0-B47458218524}" dt="2023-06-08T09:27:28.772" v="3717" actId="1076"/>
          <ac:graphicFrameMkLst>
            <pc:docMk/>
            <pc:sldMk cId="2526231182" sldId="265"/>
            <ac:graphicFrameMk id="6" creationId="{2AA5F344-37F3-6522-E3CB-9248A36310FC}"/>
          </ac:graphicFrameMkLst>
        </pc:graphicFrameChg>
        <pc:graphicFrameChg chg="add mod modGraphic">
          <ac:chgData name="Joan Ribot Oliver" userId="d6ffbf2a-980c-4cf7-a9cb-3f49d0b22768" providerId="ADAL" clId="{AEFC63FC-69B6-9D4B-BFF0-B47458218524}" dt="2023-06-08T09:43:44.972" v="3744" actId="20577"/>
          <ac:graphicFrameMkLst>
            <pc:docMk/>
            <pc:sldMk cId="2526231182" sldId="265"/>
            <ac:graphicFrameMk id="7" creationId="{7865DF28-3138-1A33-68B5-60C94A43BF8B}"/>
          </ac:graphicFrameMkLst>
        </pc:graphicFrameChg>
        <pc:picChg chg="add mod">
          <ac:chgData name="Joan Ribot Oliver" userId="d6ffbf2a-980c-4cf7-a9cb-3f49d0b22768" providerId="ADAL" clId="{AEFC63FC-69B6-9D4B-BFF0-B47458218524}" dt="2023-06-08T11:37:11.742" v="4349" actId="1076"/>
          <ac:picMkLst>
            <pc:docMk/>
            <pc:sldMk cId="2526231182" sldId="265"/>
            <ac:picMk id="5" creationId="{EDBC4EA9-9408-6203-28B8-2F0DF9DA2C46}"/>
          </ac:picMkLst>
        </pc:picChg>
        <pc:picChg chg="add del mod">
          <ac:chgData name="Joan Ribot Oliver" userId="d6ffbf2a-980c-4cf7-a9cb-3f49d0b22768" providerId="ADAL" clId="{AEFC63FC-69B6-9D4B-BFF0-B47458218524}" dt="2023-06-08T07:30:17.395" v="2628" actId="478"/>
          <ac:picMkLst>
            <pc:docMk/>
            <pc:sldMk cId="2526231182" sldId="265"/>
            <ac:picMk id="10" creationId="{30F04939-A3B2-CDD8-900D-45D08D4AF405}"/>
          </ac:picMkLst>
        </pc:picChg>
        <pc:picChg chg="add del mod">
          <ac:chgData name="Joan Ribot Oliver" userId="d6ffbf2a-980c-4cf7-a9cb-3f49d0b22768" providerId="ADAL" clId="{AEFC63FC-69B6-9D4B-BFF0-B47458218524}" dt="2023-06-08T07:40:44.377" v="2810" actId="478"/>
          <ac:picMkLst>
            <pc:docMk/>
            <pc:sldMk cId="2526231182" sldId="265"/>
            <ac:picMk id="12" creationId="{3F7A4FA1-AD79-CA39-8BB0-F21798371723}"/>
          </ac:picMkLst>
        </pc:picChg>
        <pc:picChg chg="add mod">
          <ac:chgData name="Joan Ribot Oliver" userId="d6ffbf2a-980c-4cf7-a9cb-3f49d0b22768" providerId="ADAL" clId="{AEFC63FC-69B6-9D4B-BFF0-B47458218524}" dt="2023-06-08T09:27:38.178" v="3721" actId="1076"/>
          <ac:picMkLst>
            <pc:docMk/>
            <pc:sldMk cId="2526231182" sldId="265"/>
            <ac:picMk id="14" creationId="{F92FB065-9CC4-3A90-8EBF-68734D6C16C8}"/>
          </ac:picMkLst>
        </pc:picChg>
        <pc:picChg chg="add del mod">
          <ac:chgData name="Joan Ribot Oliver" userId="d6ffbf2a-980c-4cf7-a9cb-3f49d0b22768" providerId="ADAL" clId="{AEFC63FC-69B6-9D4B-BFF0-B47458218524}" dt="2023-06-08T09:25:21.898" v="3708" actId="478"/>
          <ac:picMkLst>
            <pc:docMk/>
            <pc:sldMk cId="2526231182" sldId="265"/>
            <ac:picMk id="16" creationId="{ACDFDDD2-03EA-6909-79A4-DD32DA516B00}"/>
          </ac:picMkLst>
        </pc:picChg>
        <pc:picChg chg="add mod">
          <ac:chgData name="Joan Ribot Oliver" userId="d6ffbf2a-980c-4cf7-a9cb-3f49d0b22768" providerId="ADAL" clId="{AEFC63FC-69B6-9D4B-BFF0-B47458218524}" dt="2023-06-08T09:27:34.998" v="3719" actId="1076"/>
          <ac:picMkLst>
            <pc:docMk/>
            <pc:sldMk cId="2526231182" sldId="265"/>
            <ac:picMk id="18" creationId="{D039A8B1-6919-300C-A87C-471700D0E484}"/>
          </ac:picMkLst>
        </pc:picChg>
        <pc:picChg chg="add mod">
          <ac:chgData name="Joan Ribot Oliver" userId="d6ffbf2a-980c-4cf7-a9cb-3f49d0b22768" providerId="ADAL" clId="{AEFC63FC-69B6-9D4B-BFF0-B47458218524}" dt="2023-06-08T09:27:36.615" v="3720" actId="1076"/>
          <ac:picMkLst>
            <pc:docMk/>
            <pc:sldMk cId="2526231182" sldId="265"/>
            <ac:picMk id="20" creationId="{5080F178-5F63-9867-D1AD-E1B61321BA5D}"/>
          </ac:picMkLst>
        </pc:picChg>
        <pc:picChg chg="add mod">
          <ac:chgData name="Joan Ribot Oliver" userId="d6ffbf2a-980c-4cf7-a9cb-3f49d0b22768" providerId="ADAL" clId="{AEFC63FC-69B6-9D4B-BFF0-B47458218524}" dt="2023-06-08T09:28:14.774" v="3731" actId="1076"/>
          <ac:picMkLst>
            <pc:docMk/>
            <pc:sldMk cId="2526231182" sldId="265"/>
            <ac:picMk id="22" creationId="{AE6C0469-EC22-2F30-A9D4-550BCA4FC29D}"/>
          </ac:picMkLst>
        </pc:picChg>
        <pc:picChg chg="add mod">
          <ac:chgData name="Joan Ribot Oliver" userId="d6ffbf2a-980c-4cf7-a9cb-3f49d0b22768" providerId="ADAL" clId="{AEFC63FC-69B6-9D4B-BFF0-B47458218524}" dt="2023-06-08T09:27:42.667" v="3723" actId="1076"/>
          <ac:picMkLst>
            <pc:docMk/>
            <pc:sldMk cId="2526231182" sldId="265"/>
            <ac:picMk id="24" creationId="{344B6716-6F22-B8EC-3757-CA5CA91D5A4E}"/>
          </ac:picMkLst>
        </pc:picChg>
        <pc:picChg chg="add mod">
          <ac:chgData name="Joan Ribot Oliver" userId="d6ffbf2a-980c-4cf7-a9cb-3f49d0b22768" providerId="ADAL" clId="{AEFC63FC-69B6-9D4B-BFF0-B47458218524}" dt="2023-06-08T09:28:16.501" v="3732" actId="1076"/>
          <ac:picMkLst>
            <pc:docMk/>
            <pc:sldMk cId="2526231182" sldId="265"/>
            <ac:picMk id="26" creationId="{6C000226-F7BA-AF7C-C2CD-3812CDDFD7DB}"/>
          </ac:picMkLst>
        </pc:picChg>
        <pc:picChg chg="add mod">
          <ac:chgData name="Joan Ribot Oliver" userId="d6ffbf2a-980c-4cf7-a9cb-3f49d0b22768" providerId="ADAL" clId="{AEFC63FC-69B6-9D4B-BFF0-B47458218524}" dt="2023-06-08T11:37:23.658" v="4353" actId="1076"/>
          <ac:picMkLst>
            <pc:docMk/>
            <pc:sldMk cId="2526231182" sldId="265"/>
            <ac:picMk id="28" creationId="{DAFCFB0B-411D-9586-22F4-ED3774F3DEC7}"/>
          </ac:picMkLst>
        </pc:picChg>
        <pc:picChg chg="add del mod">
          <ac:chgData name="Joan Ribot Oliver" userId="d6ffbf2a-980c-4cf7-a9cb-3f49d0b22768" providerId="ADAL" clId="{AEFC63FC-69B6-9D4B-BFF0-B47458218524}" dt="2023-06-08T12:34:10.447" v="4585" actId="478"/>
          <ac:picMkLst>
            <pc:docMk/>
            <pc:sldMk cId="2526231182" sldId="265"/>
            <ac:picMk id="34" creationId="{5523DC9E-010D-7C4E-5454-C370EFABA83A}"/>
          </ac:picMkLst>
        </pc:picChg>
        <pc:picChg chg="add del mod">
          <ac:chgData name="Joan Ribot Oliver" userId="d6ffbf2a-980c-4cf7-a9cb-3f49d0b22768" providerId="ADAL" clId="{AEFC63FC-69B6-9D4B-BFF0-B47458218524}" dt="2023-06-08T15:59:18.672" v="4616"/>
          <ac:picMkLst>
            <pc:docMk/>
            <pc:sldMk cId="2526231182" sldId="265"/>
            <ac:picMk id="46" creationId="{ECBEC7C5-763A-44C5-803D-D90EF3888DAB}"/>
          </ac:picMkLst>
        </pc:picChg>
        <pc:picChg chg="add del mod">
          <ac:chgData name="Joan Ribot Oliver" userId="d6ffbf2a-980c-4cf7-a9cb-3f49d0b22768" providerId="ADAL" clId="{AEFC63FC-69B6-9D4B-BFF0-B47458218524}" dt="2023-06-08T16:00:02.401" v="4618"/>
          <ac:picMkLst>
            <pc:docMk/>
            <pc:sldMk cId="2526231182" sldId="265"/>
            <ac:picMk id="50" creationId="{F94A282A-5ECB-7FF5-DAA5-E0332D52A6AC}"/>
          </ac:picMkLst>
        </pc:picChg>
        <pc:picChg chg="add del mod">
          <ac:chgData name="Joan Ribot Oliver" userId="d6ffbf2a-980c-4cf7-a9cb-3f49d0b22768" providerId="ADAL" clId="{AEFC63FC-69B6-9D4B-BFF0-B47458218524}" dt="2023-06-08T16:00:18.675" v="4620"/>
          <ac:picMkLst>
            <pc:docMk/>
            <pc:sldMk cId="2526231182" sldId="265"/>
            <ac:picMk id="54" creationId="{3B68CE99-27EF-5163-DBAB-2EF9C9D9F282}"/>
          </ac:picMkLst>
        </pc:picChg>
        <pc:picChg chg="add del mod">
          <ac:chgData name="Joan Ribot Oliver" userId="d6ffbf2a-980c-4cf7-a9cb-3f49d0b22768" providerId="ADAL" clId="{AEFC63FC-69B6-9D4B-BFF0-B47458218524}" dt="2023-06-08T16:00:54.030" v="4622"/>
          <ac:picMkLst>
            <pc:docMk/>
            <pc:sldMk cId="2526231182" sldId="265"/>
            <ac:picMk id="58" creationId="{17E27CA6-26CA-2F27-C8FA-D2BBC197FBB7}"/>
          </ac:picMkLst>
        </pc:picChg>
        <pc:picChg chg="add del mod">
          <ac:chgData name="Joan Ribot Oliver" userId="d6ffbf2a-980c-4cf7-a9cb-3f49d0b22768" providerId="ADAL" clId="{AEFC63FC-69B6-9D4B-BFF0-B47458218524}" dt="2023-06-08T16:01:07.576" v="4624"/>
          <ac:picMkLst>
            <pc:docMk/>
            <pc:sldMk cId="2526231182" sldId="265"/>
            <ac:picMk id="62" creationId="{E9E6A0FE-BF0D-3930-DBE7-0274926BF775}"/>
          </ac:picMkLst>
        </pc:picChg>
        <pc:picChg chg="add mod">
          <ac:chgData name="Joan Ribot Oliver" userId="d6ffbf2a-980c-4cf7-a9cb-3f49d0b22768" providerId="ADAL" clId="{AEFC63FC-69B6-9D4B-BFF0-B47458218524}" dt="2023-06-08T16:02:12.097" v="4625"/>
          <ac:picMkLst>
            <pc:docMk/>
            <pc:sldMk cId="2526231182" sldId="265"/>
            <ac:picMk id="66" creationId="{C923F102-5283-8C17-E73C-02013C47EA4F}"/>
          </ac:picMkLst>
        </pc:picChg>
      </pc:sldChg>
      <pc:sldChg chg="addSp delSp modSp new del mod modClrScheme chgLayout">
        <pc:chgData name="Joan Ribot Oliver" userId="d6ffbf2a-980c-4cf7-a9cb-3f49d0b22768" providerId="ADAL" clId="{AEFC63FC-69B6-9D4B-BFF0-B47458218524}" dt="2023-06-08T07:52:21.085" v="2900" actId="2696"/>
        <pc:sldMkLst>
          <pc:docMk/>
          <pc:sldMk cId="3604744285" sldId="266"/>
        </pc:sldMkLst>
        <pc:spChg chg="del mod ord">
          <ac:chgData name="Joan Ribot Oliver" userId="d6ffbf2a-980c-4cf7-a9cb-3f49d0b22768" providerId="ADAL" clId="{AEFC63FC-69B6-9D4B-BFF0-B47458218524}" dt="2023-06-08T07:44:40.507" v="2831" actId="700"/>
          <ac:spMkLst>
            <pc:docMk/>
            <pc:sldMk cId="3604744285" sldId="266"/>
            <ac:spMk id="2" creationId="{30437BD2-982C-55F9-8A10-95CE698CA7BA}"/>
          </ac:spMkLst>
        </pc:spChg>
        <pc:spChg chg="del mod ord">
          <ac:chgData name="Joan Ribot Oliver" userId="d6ffbf2a-980c-4cf7-a9cb-3f49d0b22768" providerId="ADAL" clId="{AEFC63FC-69B6-9D4B-BFF0-B47458218524}" dt="2023-06-08T07:44:40.507" v="2831" actId="700"/>
          <ac:spMkLst>
            <pc:docMk/>
            <pc:sldMk cId="3604744285" sldId="266"/>
            <ac:spMk id="3" creationId="{63601A1F-63A8-A946-4022-B87DF81E895E}"/>
          </ac:spMkLst>
        </pc:spChg>
        <pc:spChg chg="del">
          <ac:chgData name="Joan Ribot Oliver" userId="d6ffbf2a-980c-4cf7-a9cb-3f49d0b22768" providerId="ADAL" clId="{AEFC63FC-69B6-9D4B-BFF0-B47458218524}" dt="2023-06-08T07:44:40.507" v="2831" actId="700"/>
          <ac:spMkLst>
            <pc:docMk/>
            <pc:sldMk cId="3604744285" sldId="266"/>
            <ac:spMk id="4" creationId="{1BCD6343-D4F0-105F-E950-1FC61DA7DA1E}"/>
          </ac:spMkLst>
        </pc:spChg>
        <pc:spChg chg="add mod ord">
          <ac:chgData name="Joan Ribot Oliver" userId="d6ffbf2a-980c-4cf7-a9cb-3f49d0b22768" providerId="ADAL" clId="{AEFC63FC-69B6-9D4B-BFF0-B47458218524}" dt="2023-06-08T07:44:40.507" v="2831" actId="700"/>
          <ac:spMkLst>
            <pc:docMk/>
            <pc:sldMk cId="3604744285" sldId="266"/>
            <ac:spMk id="5" creationId="{FFE6E25C-8034-40F7-A614-FA9A4EC8628B}"/>
          </ac:spMkLst>
        </pc:spChg>
        <pc:spChg chg="add del mod ord">
          <ac:chgData name="Joan Ribot Oliver" userId="d6ffbf2a-980c-4cf7-a9cb-3f49d0b22768" providerId="ADAL" clId="{AEFC63FC-69B6-9D4B-BFF0-B47458218524}" dt="2023-06-08T07:45:18.354" v="2832" actId="931"/>
          <ac:spMkLst>
            <pc:docMk/>
            <pc:sldMk cId="3604744285" sldId="266"/>
            <ac:spMk id="6" creationId="{92DFCFE8-DEE4-A7D1-88FE-A1C94128E1D4}"/>
          </ac:spMkLst>
        </pc:spChg>
        <pc:spChg chg="add mod">
          <ac:chgData name="Joan Ribot Oliver" userId="d6ffbf2a-980c-4cf7-a9cb-3f49d0b22768" providerId="ADAL" clId="{AEFC63FC-69B6-9D4B-BFF0-B47458218524}" dt="2023-06-08T07:51:31.100" v="2893" actId="21"/>
          <ac:spMkLst>
            <pc:docMk/>
            <pc:sldMk cId="3604744285" sldId="266"/>
            <ac:spMk id="10" creationId="{74794BEF-A89C-1B7B-F7DD-F20AF67D7583}"/>
          </ac:spMkLst>
        </pc:spChg>
        <pc:picChg chg="add del mod">
          <ac:chgData name="Joan Ribot Oliver" userId="d6ffbf2a-980c-4cf7-a9cb-3f49d0b22768" providerId="ADAL" clId="{AEFC63FC-69B6-9D4B-BFF0-B47458218524}" dt="2023-06-08T07:51:31.100" v="2893" actId="21"/>
          <ac:picMkLst>
            <pc:docMk/>
            <pc:sldMk cId="3604744285" sldId="266"/>
            <ac:picMk id="8" creationId="{5B39B853-B75E-6608-915C-8FDD42E8B772}"/>
          </ac:picMkLst>
        </pc:picChg>
      </pc:sldChg>
      <pc:sldChg chg="addSp delSp modSp new mod ord modTransition delAnim">
        <pc:chgData name="Joan Ribot Oliver" userId="d6ffbf2a-980c-4cf7-a9cb-3f49d0b22768" providerId="ADAL" clId="{AEFC63FC-69B6-9D4B-BFF0-B47458218524}" dt="2023-06-08T16:03:09.062" v="4626"/>
        <pc:sldMkLst>
          <pc:docMk/>
          <pc:sldMk cId="3670501086" sldId="267"/>
        </pc:sldMkLst>
        <pc:spChg chg="mod">
          <ac:chgData name="Joan Ribot Oliver" userId="d6ffbf2a-980c-4cf7-a9cb-3f49d0b22768" providerId="ADAL" clId="{AEFC63FC-69B6-9D4B-BFF0-B47458218524}" dt="2023-06-08T08:22:38.589" v="3323" actId="1076"/>
          <ac:spMkLst>
            <pc:docMk/>
            <pc:sldMk cId="3670501086" sldId="267"/>
            <ac:spMk id="2" creationId="{B9E7AB0B-5891-A40B-8619-605D793F7EF0}"/>
          </ac:spMkLst>
        </pc:spChg>
        <pc:spChg chg="del">
          <ac:chgData name="Joan Ribot Oliver" userId="d6ffbf2a-980c-4cf7-a9cb-3f49d0b22768" providerId="ADAL" clId="{AEFC63FC-69B6-9D4B-BFF0-B47458218524}" dt="2023-06-08T08:08:06.761" v="2926" actId="931"/>
          <ac:spMkLst>
            <pc:docMk/>
            <pc:sldMk cId="3670501086" sldId="267"/>
            <ac:spMk id="3" creationId="{445C0792-2BFF-C93B-001E-82BE5F4CA867}"/>
          </ac:spMkLst>
        </pc:spChg>
        <pc:spChg chg="add del mod">
          <ac:chgData name="Joan Ribot Oliver" userId="d6ffbf2a-980c-4cf7-a9cb-3f49d0b22768" providerId="ADAL" clId="{AEFC63FC-69B6-9D4B-BFF0-B47458218524}" dt="2023-06-08T08:09:09.029" v="2936"/>
          <ac:spMkLst>
            <pc:docMk/>
            <pc:sldMk cId="3670501086" sldId="267"/>
            <ac:spMk id="7" creationId="{A5F478CB-BB7A-F6BE-6753-5ED51A9544ED}"/>
          </ac:spMkLst>
        </pc:spChg>
        <pc:spChg chg="add del mod">
          <ac:chgData name="Joan Ribot Oliver" userId="d6ffbf2a-980c-4cf7-a9cb-3f49d0b22768" providerId="ADAL" clId="{AEFC63FC-69B6-9D4B-BFF0-B47458218524}" dt="2023-06-08T08:10:47.848" v="2951" actId="478"/>
          <ac:spMkLst>
            <pc:docMk/>
            <pc:sldMk cId="3670501086" sldId="267"/>
            <ac:spMk id="11" creationId="{4F2C043C-196D-0953-7A6D-76861A262099}"/>
          </ac:spMkLst>
        </pc:spChg>
        <pc:spChg chg="add del mod">
          <ac:chgData name="Joan Ribot Oliver" userId="d6ffbf2a-980c-4cf7-a9cb-3f49d0b22768" providerId="ADAL" clId="{AEFC63FC-69B6-9D4B-BFF0-B47458218524}" dt="2023-06-08T08:18:00.961" v="3193"/>
          <ac:spMkLst>
            <pc:docMk/>
            <pc:sldMk cId="3670501086" sldId="267"/>
            <ac:spMk id="12" creationId="{8947A3EA-BAB7-9FE5-5FFF-F9863F1DCC3F}"/>
          </ac:spMkLst>
        </pc:spChg>
        <pc:spChg chg="add mod">
          <ac:chgData name="Joan Ribot Oliver" userId="d6ffbf2a-980c-4cf7-a9cb-3f49d0b22768" providerId="ADAL" clId="{AEFC63FC-69B6-9D4B-BFF0-B47458218524}" dt="2023-06-08T09:56:26.480" v="4223" actId="1076"/>
          <ac:spMkLst>
            <pc:docMk/>
            <pc:sldMk cId="3670501086" sldId="267"/>
            <ac:spMk id="13" creationId="{BDAE1B8F-0BCB-2362-65A1-9A6F7D59D834}"/>
          </ac:spMkLst>
        </pc:spChg>
        <pc:spChg chg="add del mod">
          <ac:chgData name="Joan Ribot Oliver" userId="d6ffbf2a-980c-4cf7-a9cb-3f49d0b22768" providerId="ADAL" clId="{AEFC63FC-69B6-9D4B-BFF0-B47458218524}" dt="2023-06-08T08:27:41.268" v="3694" actId="478"/>
          <ac:spMkLst>
            <pc:docMk/>
            <pc:sldMk cId="3670501086" sldId="267"/>
            <ac:spMk id="15" creationId="{DFC6EF2A-08B8-4F5E-5C59-8FE1C88B38C7}"/>
          </ac:spMkLst>
        </pc:spChg>
        <pc:spChg chg="add del mod">
          <ac:chgData name="Joan Ribot Oliver" userId="d6ffbf2a-980c-4cf7-a9cb-3f49d0b22768" providerId="ADAL" clId="{AEFC63FC-69B6-9D4B-BFF0-B47458218524}" dt="2023-06-08T08:27:49.515" v="3697"/>
          <ac:spMkLst>
            <pc:docMk/>
            <pc:sldMk cId="3670501086" sldId="267"/>
            <ac:spMk id="16" creationId="{625C92FD-1054-63D0-CF4B-373DBA3A34E8}"/>
          </ac:spMkLst>
        </pc:spChg>
        <pc:spChg chg="add mod">
          <ac:chgData name="Joan Ribot Oliver" userId="d6ffbf2a-980c-4cf7-a9cb-3f49d0b22768" providerId="ADAL" clId="{AEFC63FC-69B6-9D4B-BFF0-B47458218524}" dt="2023-06-08T09:56:35.703" v="4226" actId="20577"/>
          <ac:spMkLst>
            <pc:docMk/>
            <pc:sldMk cId="3670501086" sldId="267"/>
            <ac:spMk id="17" creationId="{A8C593C3-113D-292B-3E2D-F7CD0CAC87B1}"/>
          </ac:spMkLst>
        </pc:spChg>
        <pc:graphicFrameChg chg="add del mod modGraphic">
          <ac:chgData name="Joan Ribot Oliver" userId="d6ffbf2a-980c-4cf7-a9cb-3f49d0b22768" providerId="ADAL" clId="{AEFC63FC-69B6-9D4B-BFF0-B47458218524}" dt="2023-06-08T08:10:41.357" v="2949" actId="478"/>
          <ac:graphicFrameMkLst>
            <pc:docMk/>
            <pc:sldMk cId="3670501086" sldId="267"/>
            <ac:graphicFrameMk id="8" creationId="{2ABA1293-0F44-82B5-9341-B2CC4EAAF412}"/>
          </ac:graphicFrameMkLst>
        </pc:graphicFrameChg>
        <pc:graphicFrameChg chg="add del mod modGraphic">
          <ac:chgData name="Joan Ribot Oliver" userId="d6ffbf2a-980c-4cf7-a9cb-3f49d0b22768" providerId="ADAL" clId="{AEFC63FC-69B6-9D4B-BFF0-B47458218524}" dt="2023-06-08T08:22:12.631" v="3318" actId="478"/>
          <ac:graphicFrameMkLst>
            <pc:docMk/>
            <pc:sldMk cId="3670501086" sldId="267"/>
            <ac:graphicFrameMk id="9" creationId="{05A1A1F9-25C1-4287-2AAF-46FDDF1FE539}"/>
          </ac:graphicFrameMkLst>
        </pc:graphicFrameChg>
        <pc:graphicFrameChg chg="add mod modGraphic">
          <ac:chgData name="Joan Ribot Oliver" userId="d6ffbf2a-980c-4cf7-a9cb-3f49d0b22768" providerId="ADAL" clId="{AEFC63FC-69B6-9D4B-BFF0-B47458218524}" dt="2023-06-08T09:55:59.485" v="4194" actId="1076"/>
          <ac:graphicFrameMkLst>
            <pc:docMk/>
            <pc:sldMk cId="3670501086" sldId="267"/>
            <ac:graphicFrameMk id="14" creationId="{BFEFA5BD-3AFF-FD89-246B-BAAE4A171EE0}"/>
          </ac:graphicFrameMkLst>
        </pc:graphicFrameChg>
        <pc:picChg chg="add del mod">
          <ac:chgData name="Joan Ribot Oliver" userId="d6ffbf2a-980c-4cf7-a9cb-3f49d0b22768" providerId="ADAL" clId="{AEFC63FC-69B6-9D4B-BFF0-B47458218524}" dt="2023-06-08T08:08:49.744" v="2934" actId="21"/>
          <ac:picMkLst>
            <pc:docMk/>
            <pc:sldMk cId="3670501086" sldId="267"/>
            <ac:picMk id="5" creationId="{3587732A-8942-FC86-A1B8-448749202595}"/>
          </ac:picMkLst>
        </pc:picChg>
        <pc:picChg chg="add mod">
          <ac:chgData name="Joan Ribot Oliver" userId="d6ffbf2a-980c-4cf7-a9cb-3f49d0b22768" providerId="ADAL" clId="{AEFC63FC-69B6-9D4B-BFF0-B47458218524}" dt="2023-06-08T09:56:32.237" v="4224" actId="1076"/>
          <ac:picMkLst>
            <pc:docMk/>
            <pc:sldMk cId="3670501086" sldId="267"/>
            <ac:picMk id="19" creationId="{0675EEA1-D1A9-4221-0FFA-2EF8CA13425E}"/>
          </ac:picMkLst>
        </pc:picChg>
        <pc:picChg chg="add del mod">
          <ac:chgData name="Joan Ribot Oliver" userId="d6ffbf2a-980c-4cf7-a9cb-3f49d0b22768" providerId="ADAL" clId="{AEFC63FC-69B6-9D4B-BFF0-B47458218524}" dt="2023-06-08T12:34:09.256" v="4584" actId="478"/>
          <ac:picMkLst>
            <pc:docMk/>
            <pc:sldMk cId="3670501086" sldId="267"/>
            <ac:picMk id="25" creationId="{31856C97-B700-52E9-B601-E22A6EED8D99}"/>
          </ac:picMkLst>
        </pc:picChg>
        <pc:picChg chg="add mod">
          <ac:chgData name="Joan Ribot Oliver" userId="d6ffbf2a-980c-4cf7-a9cb-3f49d0b22768" providerId="ADAL" clId="{AEFC63FC-69B6-9D4B-BFF0-B47458218524}" dt="2023-06-08T16:03:09.062" v="4626"/>
          <ac:picMkLst>
            <pc:docMk/>
            <pc:sldMk cId="3670501086" sldId="267"/>
            <ac:picMk id="44" creationId="{01E2FDFF-1383-A2DC-1C8A-9C68FE2A19E4}"/>
          </ac:picMkLst>
        </pc:picChg>
      </pc:sldChg>
      <pc:sldChg chg="addSp delSp modSp new del mod">
        <pc:chgData name="Joan Ribot Oliver" userId="d6ffbf2a-980c-4cf7-a9cb-3f49d0b22768" providerId="ADAL" clId="{AEFC63FC-69B6-9D4B-BFF0-B47458218524}" dt="2023-06-08T08:17:18.006" v="3102" actId="2696"/>
        <pc:sldMkLst>
          <pc:docMk/>
          <pc:sldMk cId="2609811305" sldId="268"/>
        </pc:sldMkLst>
        <pc:picChg chg="add del mod">
          <ac:chgData name="Joan Ribot Oliver" userId="d6ffbf2a-980c-4cf7-a9cb-3f49d0b22768" providerId="ADAL" clId="{AEFC63FC-69B6-9D4B-BFF0-B47458218524}" dt="2023-06-08T08:16:39.197" v="3091" actId="21"/>
          <ac:picMkLst>
            <pc:docMk/>
            <pc:sldMk cId="2609811305" sldId="268"/>
            <ac:picMk id="4" creationId="{00CEF8C2-ECD0-F38A-F807-AA2C38015ED4}"/>
          </ac:picMkLst>
        </pc:picChg>
      </pc:sldChg>
      <pc:sldChg chg="addSp delSp modSp new mod modTransition delAnim modAnim">
        <pc:chgData name="Joan Ribot Oliver" userId="d6ffbf2a-980c-4cf7-a9cb-3f49d0b22768" providerId="ADAL" clId="{AEFC63FC-69B6-9D4B-BFF0-B47458218524}" dt="2023-06-08T16:20:01.041" v="4638" actId="1076"/>
        <pc:sldMkLst>
          <pc:docMk/>
          <pc:sldMk cId="3676247850" sldId="268"/>
        </pc:sldMkLst>
        <pc:spChg chg="mod">
          <ac:chgData name="Joan Ribot Oliver" userId="d6ffbf2a-980c-4cf7-a9cb-3f49d0b22768" providerId="ADAL" clId="{AEFC63FC-69B6-9D4B-BFF0-B47458218524}" dt="2023-06-08T16:20:01.041" v="4638" actId="1076"/>
          <ac:spMkLst>
            <pc:docMk/>
            <pc:sldMk cId="3676247850" sldId="268"/>
            <ac:spMk id="2" creationId="{99745943-9891-2478-F126-0809EC3139A0}"/>
          </ac:spMkLst>
        </pc:spChg>
        <pc:spChg chg="del mod">
          <ac:chgData name="Joan Ribot Oliver" userId="d6ffbf2a-980c-4cf7-a9cb-3f49d0b22768" providerId="ADAL" clId="{AEFC63FC-69B6-9D4B-BFF0-B47458218524}" dt="2023-06-08T09:46:30.444" v="3756" actId="478"/>
          <ac:spMkLst>
            <pc:docMk/>
            <pc:sldMk cId="3676247850" sldId="268"/>
            <ac:spMk id="3" creationId="{63EDA78A-1ABF-66EF-2001-CB18D44783A8}"/>
          </ac:spMkLst>
        </pc:spChg>
        <pc:picChg chg="add del mod">
          <ac:chgData name="Joan Ribot Oliver" userId="d6ffbf2a-980c-4cf7-a9cb-3f49d0b22768" providerId="ADAL" clId="{AEFC63FC-69B6-9D4B-BFF0-B47458218524}" dt="2023-06-08T12:34:04.009" v="4581" actId="478"/>
          <ac:picMkLst>
            <pc:docMk/>
            <pc:sldMk cId="3676247850" sldId="268"/>
            <ac:picMk id="11" creationId="{4317D76D-94F0-211F-24AF-8B68430D701F}"/>
          </ac:picMkLst>
        </pc:picChg>
        <pc:picChg chg="add del mod">
          <ac:chgData name="Joan Ribot Oliver" userId="d6ffbf2a-980c-4cf7-a9cb-3f49d0b22768" providerId="ADAL" clId="{AEFC63FC-69B6-9D4B-BFF0-B47458218524}" dt="2023-06-08T16:05:28.693" v="4632"/>
          <ac:picMkLst>
            <pc:docMk/>
            <pc:sldMk cId="3676247850" sldId="268"/>
            <ac:picMk id="21" creationId="{A5F0A264-DDA2-A756-1C9F-7706BBD30001}"/>
          </ac:picMkLst>
        </pc:picChg>
        <pc:picChg chg="add del mod">
          <ac:chgData name="Joan Ribot Oliver" userId="d6ffbf2a-980c-4cf7-a9cb-3f49d0b22768" providerId="ADAL" clId="{AEFC63FC-69B6-9D4B-BFF0-B47458218524}" dt="2023-06-08T16:05:41.597" v="4634"/>
          <ac:picMkLst>
            <pc:docMk/>
            <pc:sldMk cId="3676247850" sldId="268"/>
            <ac:picMk id="25" creationId="{706F2FE9-86AB-89D4-0521-CE8CDA911193}"/>
          </ac:picMkLst>
        </pc:picChg>
        <pc:picChg chg="add del mod">
          <ac:chgData name="Joan Ribot Oliver" userId="d6ffbf2a-980c-4cf7-a9cb-3f49d0b22768" providerId="ADAL" clId="{AEFC63FC-69B6-9D4B-BFF0-B47458218524}" dt="2023-06-08T16:05:54.404" v="4636"/>
          <ac:picMkLst>
            <pc:docMk/>
            <pc:sldMk cId="3676247850" sldId="268"/>
            <ac:picMk id="29" creationId="{84DD4F1C-C939-869A-7D54-758FAE0130FF}"/>
          </ac:picMkLst>
        </pc:picChg>
        <pc:picChg chg="add mod">
          <ac:chgData name="Joan Ribot Oliver" userId="d6ffbf2a-980c-4cf7-a9cb-3f49d0b22768" providerId="ADAL" clId="{AEFC63FC-69B6-9D4B-BFF0-B47458218524}" dt="2023-06-08T16:06:09.629" v="4637"/>
          <ac:picMkLst>
            <pc:docMk/>
            <pc:sldMk cId="3676247850" sldId="268"/>
            <ac:picMk id="33" creationId="{CB396AE7-9A27-1B30-D3B1-DCE2BB05783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FFF83-E998-634E-A193-C9C9B3AD9438}" type="datetimeFigureOut">
              <a:rPr lang="en-ES" smtClean="0"/>
              <a:t>8/6/23</a:t>
            </a:fld>
            <a:endParaRPr lang="en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438B1-CA1C-2C41-85C1-87585AB29214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47370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6438B1-CA1C-2C41-85C1-87585AB29214}" type="slidenum">
              <a:rPr lang="en-ES" smtClean="0"/>
              <a:t>6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188982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6438B1-CA1C-2C41-85C1-87585AB29214}" type="slidenum">
              <a:rPr lang="en-ES" smtClean="0"/>
              <a:t>11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796100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Wednesday, June 7,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667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Wednesday, June 7,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67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Wednesday, June 7,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35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Wednesday, June 7,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92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Wednesday, June 7, 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511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Wednesday, June 7,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98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Wednesday, June 7,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11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Wednesday, June 7,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54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Wednesday, June 7,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634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Wednesday, June 7,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887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Wednesday, June 7,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0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Wednesday, June 7, 2023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39271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6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2.pn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3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12" Type="http://schemas.openxmlformats.org/officeDocument/2006/relationships/image" Target="../media/image2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2.png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8.pn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6F292AA-C8DB-4CAA-97C9-456CF85406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mosaic of colourful geometric shapes">
            <a:extLst>
              <a:ext uri="{FF2B5EF4-FFF2-40B4-BE49-F238E27FC236}">
                <a16:creationId xmlns:a16="http://schemas.microsoft.com/office/drawing/2014/main" id="{1CC3F6D6-D702-73D0-ECD1-F04F9FA461F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552" r="42615"/>
          <a:stretch/>
        </p:blipFill>
        <p:spPr>
          <a:xfrm>
            <a:off x="-1" y="10"/>
            <a:ext cx="458790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A065953-3D69-4CD4-80C3-DF10DEB4C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902" y="-429"/>
            <a:ext cx="7604097" cy="6857571"/>
          </a:xfrm>
          <a:prstGeom prst="rect">
            <a:avLst/>
          </a:prstGeom>
          <a:gradFill>
            <a:gsLst>
              <a:gs pos="0">
                <a:schemeClr val="accent6">
                  <a:lumMod val="75000"/>
                  <a:alpha val="73000"/>
                </a:schemeClr>
              </a:gs>
              <a:gs pos="100000">
                <a:schemeClr val="accent2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B36DB5-F10D-4EDB-87E2-ECB9301FF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901" y="0"/>
            <a:ext cx="7604097" cy="6858000"/>
          </a:xfrm>
          <a:prstGeom prst="rect">
            <a:avLst/>
          </a:prstGeom>
          <a:gradFill>
            <a:gsLst>
              <a:gs pos="0">
                <a:schemeClr val="accent5">
                  <a:alpha val="37000"/>
                </a:schemeClr>
              </a:gs>
              <a:gs pos="98000">
                <a:schemeClr val="accent2">
                  <a:alpha val="66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6F195D-95DC-419E-BBC1-E2B601A60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599847" y="4355164"/>
            <a:ext cx="7592151" cy="2502836"/>
          </a:xfrm>
          <a:prstGeom prst="rect">
            <a:avLst/>
          </a:prstGeom>
          <a:gradFill>
            <a:gsLst>
              <a:gs pos="22000">
                <a:schemeClr val="accent6">
                  <a:alpha val="39000"/>
                </a:schemeClr>
              </a:gs>
              <a:gs pos="82000">
                <a:schemeClr val="accent5">
                  <a:alpha val="19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256CF5B-1DAD-4912-86B9-FCA73369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704304">
            <a:off x="6080918" y="830588"/>
            <a:ext cx="4998441" cy="4998441"/>
          </a:xfrm>
          <a:prstGeom prst="ellipse">
            <a:avLst/>
          </a:pr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18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E1A851-E409-2944-A653-0611EEADF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5425" y="768485"/>
            <a:ext cx="6133656" cy="3169674"/>
          </a:xfrm>
        </p:spPr>
        <p:txBody>
          <a:bodyPr>
            <a:normAutofit/>
          </a:bodyPr>
          <a:lstStyle/>
          <a:p>
            <a:pPr algn="r"/>
            <a:r>
              <a:rPr lang="en-ES" dirty="0">
                <a:solidFill>
                  <a:schemeClr val="bg1"/>
                </a:solidFill>
              </a:rPr>
              <a:t>Pràctica 4: Amplificador logarítmic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28B39E-6109-70E5-39A9-F31B28773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2918" y="4793128"/>
            <a:ext cx="5462494" cy="1141157"/>
          </a:xfrm>
        </p:spPr>
        <p:txBody>
          <a:bodyPr>
            <a:normAutofit/>
          </a:bodyPr>
          <a:lstStyle/>
          <a:p>
            <a:pPr algn="r"/>
            <a:r>
              <a:rPr lang="en-ES" sz="1400" dirty="0">
                <a:solidFill>
                  <a:schemeClr val="bg1"/>
                </a:solidFill>
              </a:rPr>
              <a:t>Joan ribot OLiver</a:t>
            </a:r>
          </a:p>
        </p:txBody>
      </p:sp>
      <p:pic>
        <p:nvPicPr>
          <p:cNvPr id="33" name="Audio 32">
            <a:extLst>
              <a:ext uri="{FF2B5EF4-FFF2-40B4-BE49-F238E27FC236}">
                <a16:creationId xmlns:a16="http://schemas.microsoft.com/office/drawing/2014/main" id="{A2EF5198-AF42-DBD2-B89D-784F01B5616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253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696"/>
    </mc:Choice>
    <mc:Fallback>
      <p:transition spd="slow" advTm="86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DE590-E067-22D1-2FCA-F16C04237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86384"/>
            <a:ext cx="10241280" cy="958405"/>
          </a:xfrm>
        </p:spPr>
        <p:txBody>
          <a:bodyPr/>
          <a:lstStyle/>
          <a:p>
            <a:r>
              <a:rPr lang="en-ES" dirty="0"/>
              <a:t>ÍNdex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3059F-C926-8733-3B39-7925D433B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ES" dirty="0"/>
              <a:t>Introducció</a:t>
            </a:r>
          </a:p>
          <a:p>
            <a:r>
              <a:rPr lang="en-ES" dirty="0"/>
              <a:t>Comportament del díode</a:t>
            </a:r>
          </a:p>
          <a:p>
            <a:r>
              <a:rPr lang="en-ES" dirty="0"/>
              <a:t>Treball al laboratori</a:t>
            </a:r>
          </a:p>
          <a:p>
            <a:r>
              <a:rPr lang="en-ES" dirty="0"/>
              <a:t>Anàlisi dels resultats</a:t>
            </a:r>
          </a:p>
          <a:p>
            <a:r>
              <a:rPr lang="en-ES" dirty="0"/>
              <a:t>Inversió del circuit</a:t>
            </a:r>
          </a:p>
          <a:p>
            <a:r>
              <a:rPr lang="en-ES" dirty="0"/>
              <a:t>Caracterització de l’amplificador logarítmic</a:t>
            </a:r>
          </a:p>
        </p:txBody>
      </p:sp>
      <p:pic>
        <p:nvPicPr>
          <p:cNvPr id="35" name="Audio 34">
            <a:extLst>
              <a:ext uri="{FF2B5EF4-FFF2-40B4-BE49-F238E27FC236}">
                <a16:creationId xmlns:a16="http://schemas.microsoft.com/office/drawing/2014/main" id="{B46F90E5-AD97-35AB-0BFB-79DA3A71B4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189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267"/>
    </mc:Choice>
    <mc:Fallback>
      <p:transition spd="slow" advTm="232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F0494-F377-E8C2-FCD0-C807104FD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71171"/>
            <a:ext cx="10241280" cy="1234440"/>
          </a:xfrm>
        </p:spPr>
        <p:txBody>
          <a:bodyPr vert="horz" lIns="0" tIns="0" rIns="0" bIns="0" rtlCol="0" anchor="ctr">
            <a:normAutofit/>
          </a:bodyPr>
          <a:lstStyle/>
          <a:p>
            <a:pPr algn="ctr"/>
            <a:r>
              <a:rPr lang="en-US" sz="3200" spc="750" dirty="0" err="1"/>
              <a:t>introducció</a:t>
            </a:r>
            <a:endParaRPr lang="en-US" sz="3200" spc="750" dirty="0"/>
          </a:p>
        </p:txBody>
      </p:sp>
      <p:pic>
        <p:nvPicPr>
          <p:cNvPr id="9" name="Content Placeholder 8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086B39C3-6F1E-D921-D4AA-9E82C23B776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8281465" y="3872946"/>
            <a:ext cx="3464544" cy="813893"/>
          </a:xfrm>
        </p:spPr>
      </p:pic>
      <p:pic>
        <p:nvPicPr>
          <p:cNvPr id="5" name="Content Placeholder 4" descr="A diagram of a circuit&#10;&#10;Description automatically generated with medium confidence">
            <a:extLst>
              <a:ext uri="{FF2B5EF4-FFF2-40B4-BE49-F238E27FC236}">
                <a16:creationId xmlns:a16="http://schemas.microsoft.com/office/drawing/2014/main" id="{58ABC769-8699-D9B3-8225-771344D64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4232" y="1699819"/>
            <a:ext cx="3893396" cy="2297103"/>
          </a:xfrm>
          <a:prstGeom prst="rect">
            <a:avLst/>
          </a:prstGeom>
        </p:spPr>
      </p:pic>
      <p:pic>
        <p:nvPicPr>
          <p:cNvPr id="7" name="Picture 6" descr="A close-up of a resistor&#10;&#10;Description automatically generated with low confidence">
            <a:extLst>
              <a:ext uri="{FF2B5EF4-FFF2-40B4-BE49-F238E27FC236}">
                <a16:creationId xmlns:a16="http://schemas.microsoft.com/office/drawing/2014/main" id="{E38CF527-8477-27B8-ED98-FB4D30E812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9609" y="1733086"/>
            <a:ext cx="4600352" cy="2116161"/>
          </a:xfrm>
          <a:prstGeom prst="rect">
            <a:avLst/>
          </a:prstGeom>
        </p:spPr>
      </p:pic>
      <p:pic>
        <p:nvPicPr>
          <p:cNvPr id="11" name="Picture 10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09E51E4F-141D-34FD-C1B0-93BD762F13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0574" y="4686839"/>
            <a:ext cx="1408997" cy="8138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A6D5F7-707B-945B-8336-4074DBE672D3}"/>
              </a:ext>
            </a:extLst>
          </p:cNvPr>
          <p:cNvSpPr txBox="1"/>
          <p:nvPr/>
        </p:nvSpPr>
        <p:spPr>
          <a:xfrm>
            <a:off x="1886614" y="1432836"/>
            <a:ext cx="272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ES" dirty="0"/>
              <a:t>Amplificador logarítmic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5DBA0B-8DC7-BF8A-177D-81FE49A68724}"/>
              </a:ext>
            </a:extLst>
          </p:cNvPr>
          <p:cNvSpPr txBox="1"/>
          <p:nvPr/>
        </p:nvSpPr>
        <p:spPr>
          <a:xfrm>
            <a:off x="7815469" y="1432836"/>
            <a:ext cx="2728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ES" dirty="0"/>
              <a:t>Element no lineal: díode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78046A-B994-ECFC-6527-57AB63D4E8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031" y="4078858"/>
            <a:ext cx="7386966" cy="813893"/>
          </a:xfrm>
          <a:prstGeom prst="rect">
            <a:avLst/>
          </a:prstGeom>
        </p:spPr>
      </p:pic>
      <p:pic>
        <p:nvPicPr>
          <p:cNvPr id="25" name="Picture 24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E54BD783-E25F-C41E-9B2A-A5FA00EEFC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605" y="5286959"/>
            <a:ext cx="6215180" cy="813892"/>
          </a:xfrm>
          <a:prstGeom prst="rect">
            <a:avLst/>
          </a:prstGeom>
        </p:spPr>
      </p:pic>
      <p:pic>
        <p:nvPicPr>
          <p:cNvPr id="75" name="Audio 74">
            <a:extLst>
              <a:ext uri="{FF2B5EF4-FFF2-40B4-BE49-F238E27FC236}">
                <a16:creationId xmlns:a16="http://schemas.microsoft.com/office/drawing/2014/main" id="{B4E45E20-A6FD-A906-018D-02A96C4CC2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600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984"/>
    </mc:Choice>
    <mc:Fallback>
      <p:transition spd="slow" advTm="499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1D6A2A3-F101-46F7-8B6F-1C699CAFE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7C11E9-110E-0D41-C7D5-931C854F5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7200"/>
            <a:ext cx="4911393" cy="1556724"/>
          </a:xfrm>
        </p:spPr>
        <p:txBody>
          <a:bodyPr vert="horz" lIns="0" tIns="0" rIns="0" bIns="0" rtlCol="0" anchor="b">
            <a:normAutofit/>
          </a:bodyPr>
          <a:lstStyle/>
          <a:p>
            <a:pPr algn="ctr"/>
            <a:r>
              <a:rPr lang="en-US" sz="3300" dirty="0" err="1"/>
              <a:t>Comportament</a:t>
            </a:r>
            <a:r>
              <a:rPr lang="en-US" sz="3300" dirty="0"/>
              <a:t> del </a:t>
            </a:r>
            <a:r>
              <a:rPr lang="en-US" sz="3300" dirty="0" err="1"/>
              <a:t>díode</a:t>
            </a:r>
            <a:endParaRPr lang="en-US" sz="33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0EE3968-0DBC-E8D6-9AB4-EBFC26119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1" y="2345635"/>
            <a:ext cx="4911392" cy="358394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b="0" i="0" u="none" strike="noStrike" dirty="0" err="1">
                <a:effectLst/>
              </a:rPr>
              <a:t>Treball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previ</a:t>
            </a:r>
            <a:r>
              <a:rPr lang="en-US" dirty="0"/>
              <a:t>: f</a:t>
            </a:r>
            <a:r>
              <a:rPr lang="en-US" b="0" i="0" u="none" strike="noStrike" dirty="0">
                <a:effectLst/>
              </a:rPr>
              <a:t>ull de </a:t>
            </a:r>
            <a:r>
              <a:rPr lang="en-US" b="0" i="0" u="none" strike="noStrike" dirty="0" err="1">
                <a:effectLst/>
              </a:rPr>
              <a:t>característiques</a:t>
            </a:r>
            <a:r>
              <a:rPr lang="en-US" b="0" i="0" u="none" strike="noStrike" dirty="0">
                <a:effectLst/>
              </a:rPr>
              <a:t> del </a:t>
            </a:r>
            <a:r>
              <a:rPr lang="en-US" b="0" i="0" u="none" strike="noStrike" dirty="0" err="1">
                <a:effectLst/>
              </a:rPr>
              <a:t>díode</a:t>
            </a:r>
            <a:r>
              <a:rPr lang="en-US" b="0" i="0" u="none" strike="noStrike" dirty="0">
                <a:effectLst/>
              </a:rPr>
              <a:t> </a:t>
            </a:r>
            <a:r>
              <a:rPr lang="en-ES" dirty="0"/>
              <a:t>1N4148</a:t>
            </a:r>
          </a:p>
          <a:p>
            <a:endParaRPr lang="en-US" b="0" i="0" u="none" strike="noStrike" dirty="0">
              <a:effectLst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effectLst/>
              </a:rPr>
              <a:t>Tensió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inversa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màxim</a:t>
            </a:r>
            <a:r>
              <a:rPr lang="en-US" b="0" i="0" u="none" strike="noStrike" dirty="0">
                <a:effectLst/>
              </a:rPr>
              <a:t> (VRM): 100 V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effectLst/>
              </a:rPr>
              <a:t>Corrent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directe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màxim</a:t>
            </a:r>
            <a:r>
              <a:rPr lang="en-US" b="0" i="0" u="none" strike="noStrike" dirty="0">
                <a:effectLst/>
              </a:rPr>
              <a:t> (IFM): 200 mA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effectLst/>
              </a:rPr>
              <a:t>Tensió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directa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típica</a:t>
            </a:r>
            <a:r>
              <a:rPr lang="en-US" b="0" i="0" u="none" strike="noStrike" dirty="0">
                <a:effectLst/>
              </a:rPr>
              <a:t> (VF): 1 V a 10 mA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effectLst/>
              </a:rPr>
              <a:t>Corrent</a:t>
            </a:r>
            <a:r>
              <a:rPr lang="en-US" b="0" i="0" u="none" strike="noStrike" dirty="0">
                <a:effectLst/>
              </a:rPr>
              <a:t> invers </a:t>
            </a:r>
            <a:r>
              <a:rPr lang="en-US" b="0" i="0" u="none" strike="noStrike" dirty="0" err="1">
                <a:effectLst/>
              </a:rPr>
              <a:t>màxim</a:t>
            </a:r>
            <a:r>
              <a:rPr lang="en-US" b="0" i="0" u="none" strike="noStrike" dirty="0">
                <a:effectLst/>
              </a:rPr>
              <a:t> (IRM): 25 </a:t>
            </a:r>
            <a:r>
              <a:rPr lang="en-US" b="0" i="0" u="none" strike="noStrike" dirty="0" err="1">
                <a:effectLst/>
              </a:rPr>
              <a:t>nA</a:t>
            </a:r>
            <a:r>
              <a:rPr lang="en-US" b="0" i="0" u="none" strike="noStrike" dirty="0">
                <a:effectLst/>
              </a:rPr>
              <a:t> a 75 V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</a:rPr>
              <a:t>Temps de </a:t>
            </a:r>
            <a:r>
              <a:rPr lang="en-US" b="0" i="0" u="none" strike="noStrike" dirty="0" err="1">
                <a:effectLst/>
              </a:rPr>
              <a:t>recuperació</a:t>
            </a:r>
            <a:r>
              <a:rPr lang="en-US" b="0" i="0" u="none" strike="noStrike" dirty="0">
                <a:effectLst/>
              </a:rPr>
              <a:t> invers (</a:t>
            </a:r>
            <a:r>
              <a:rPr lang="en-US" b="0" i="0" u="none" strike="noStrike" dirty="0" err="1">
                <a:effectLst/>
              </a:rPr>
              <a:t>trr</a:t>
            </a:r>
            <a:r>
              <a:rPr lang="en-US" b="0" i="0" u="none" strike="noStrike" dirty="0">
                <a:effectLst/>
              </a:rPr>
              <a:t>): 4 ns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9E760E-527D-4053-A309-F2BDE1250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6400800"/>
            <a:ext cx="12191999" cy="457198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53D448-4ED1-429A-A28C-8316DE7CA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8"/>
            <a:ext cx="8153396" cy="448831"/>
          </a:xfrm>
          <a:prstGeom prst="rect">
            <a:avLst/>
          </a:prstGeom>
          <a:gradFill>
            <a:gsLst>
              <a:gs pos="0">
                <a:schemeClr val="accent5">
                  <a:alpha val="5000"/>
                </a:schemeClr>
              </a:gs>
              <a:gs pos="99000">
                <a:schemeClr val="accent5">
                  <a:alpha val="72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CA709CC-9732-1F48-1E0C-814D82583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089" y="781048"/>
            <a:ext cx="5397500" cy="4838700"/>
          </a:xfrm>
          <a:prstGeom prst="rect">
            <a:avLst/>
          </a:prstGeom>
        </p:spPr>
      </p:pic>
      <p:pic>
        <p:nvPicPr>
          <p:cNvPr id="76" name="Audio 75">
            <a:extLst>
              <a:ext uri="{FF2B5EF4-FFF2-40B4-BE49-F238E27FC236}">
                <a16:creationId xmlns:a16="http://schemas.microsoft.com/office/drawing/2014/main" id="{418B7252-1827-5B72-B9E9-A6EBB39229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20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607"/>
    </mc:Choice>
    <mc:Fallback>
      <p:transition spd="slow" advTm="406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4F957-7F8A-42F6-D531-6E77A45CD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196523"/>
            <a:ext cx="10241280" cy="850711"/>
          </a:xfrm>
        </p:spPr>
        <p:txBody>
          <a:bodyPr/>
          <a:lstStyle/>
          <a:p>
            <a:pPr algn="ctr"/>
            <a:r>
              <a:rPr lang="en-ES" dirty="0"/>
              <a:t>Treball al laboratori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B6A2D-62CB-0E0B-AD45-A9FF7C3EF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121" y="2253504"/>
            <a:ext cx="10241280" cy="3959352"/>
          </a:xfrm>
        </p:spPr>
        <p:txBody>
          <a:bodyPr/>
          <a:lstStyle/>
          <a:p>
            <a:r>
              <a:rPr lang="en-ES" dirty="0"/>
              <a:t>Temperatura de l’habitació:	24 ± 1 ºC</a:t>
            </a:r>
          </a:p>
          <a:p>
            <a:r>
              <a:rPr lang="en-ES" dirty="0"/>
              <a:t>Resistència de protecció:	R = 9,99 ± 0,01 kΩ</a:t>
            </a:r>
          </a:p>
          <a:p>
            <a:r>
              <a:rPr lang="en-ES" dirty="0"/>
              <a:t>Font DC a zero volts: 		VDD = 0,001 ± 0,001 V</a:t>
            </a:r>
          </a:p>
          <a:p>
            <a:r>
              <a:rPr lang="en-ES" dirty="0"/>
              <a:t>Voltatge que cau al díode: 	v = 0,001 ± 0,001 V</a:t>
            </a:r>
          </a:p>
          <a:p>
            <a:pPr marL="0" indent="0">
              <a:buNone/>
            </a:pPr>
            <a:endParaRPr lang="en-ES" dirty="0"/>
          </a:p>
          <a:p>
            <a:pPr marL="0" indent="0">
              <a:buNone/>
            </a:pPr>
            <a:endParaRPr lang="en-ES" dirty="0"/>
          </a:p>
        </p:txBody>
      </p:sp>
      <p:pic>
        <p:nvPicPr>
          <p:cNvPr id="5" name="Picture 4" descr="A picture containing electronics, indoor, electrical wiring, cable&#10;&#10;Description automatically generated">
            <a:extLst>
              <a:ext uri="{FF2B5EF4-FFF2-40B4-BE49-F238E27FC236}">
                <a16:creationId xmlns:a16="http://schemas.microsoft.com/office/drawing/2014/main" id="{B6E1B77A-9644-30EF-D977-D37A94146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1775" y="1155946"/>
            <a:ext cx="3434150" cy="45788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366059-9E3E-47B8-3D28-98F47FCE5C9C}"/>
              </a:ext>
            </a:extLst>
          </p:cNvPr>
          <p:cNvSpPr txBox="1"/>
          <p:nvPr/>
        </p:nvSpPr>
        <p:spPr>
          <a:xfrm>
            <a:off x="7767607" y="5843524"/>
            <a:ext cx="4162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Imatge del muntatge realitzat al laboratori.</a:t>
            </a:r>
          </a:p>
        </p:txBody>
      </p:sp>
      <p:pic>
        <p:nvPicPr>
          <p:cNvPr id="30" name="Audio 29">
            <a:extLst>
              <a:ext uri="{FF2B5EF4-FFF2-40B4-BE49-F238E27FC236}">
                <a16:creationId xmlns:a16="http://schemas.microsoft.com/office/drawing/2014/main" id="{0C07C3E0-537A-0748-2A01-D0BD56B491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834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322"/>
    </mc:Choice>
    <mc:Fallback>
      <p:transition spd="slow" advTm="343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8CBF2-44D4-6720-44DB-B99CA15F2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264667"/>
            <a:ext cx="10241280" cy="744149"/>
          </a:xfrm>
        </p:spPr>
        <p:txBody>
          <a:bodyPr/>
          <a:lstStyle/>
          <a:p>
            <a:pPr algn="ctr"/>
            <a:r>
              <a:rPr lang="en-ES" dirty="0"/>
              <a:t>Anàlisi de resultats</a:t>
            </a:r>
          </a:p>
        </p:txBody>
      </p:sp>
      <p:graphicFrame>
        <p:nvGraphicFramePr>
          <p:cNvPr id="4" name="Content Placeholder 11">
            <a:extLst>
              <a:ext uri="{FF2B5EF4-FFF2-40B4-BE49-F238E27FC236}">
                <a16:creationId xmlns:a16="http://schemas.microsoft.com/office/drawing/2014/main" id="{97DEC460-E27B-D458-A673-673C41E9F2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154654"/>
              </p:ext>
            </p:extLst>
          </p:nvPr>
        </p:nvGraphicFramePr>
        <p:xfrm>
          <a:off x="6941629" y="1200041"/>
          <a:ext cx="4991932" cy="432235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53310">
                  <a:extLst>
                    <a:ext uri="{9D8B030D-6E8A-4147-A177-3AD203B41FA5}">
                      <a16:colId xmlns:a16="http://schemas.microsoft.com/office/drawing/2014/main" val="2184615342"/>
                    </a:ext>
                  </a:extLst>
                </a:gridCol>
                <a:gridCol w="1653310">
                  <a:extLst>
                    <a:ext uri="{9D8B030D-6E8A-4147-A177-3AD203B41FA5}">
                      <a16:colId xmlns:a16="http://schemas.microsoft.com/office/drawing/2014/main" val="1221116008"/>
                    </a:ext>
                  </a:extLst>
                </a:gridCol>
                <a:gridCol w="1685312">
                  <a:extLst>
                    <a:ext uri="{9D8B030D-6E8A-4147-A177-3AD203B41FA5}">
                      <a16:colId xmlns:a16="http://schemas.microsoft.com/office/drawing/2014/main" val="2856608037"/>
                    </a:ext>
                  </a:extLst>
                </a:gridCol>
              </a:tblGrid>
              <a:tr h="2881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500" u="none" strike="noStrike" dirty="0">
                          <a:effectLst/>
                        </a:rPr>
                        <a:t>V_DD (V)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500" u="none" strike="noStrike" dirty="0">
                          <a:effectLst/>
                        </a:rPr>
                        <a:t>v (±0,001 V)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500" u="none" strike="noStrike" dirty="0">
                          <a:effectLst/>
                        </a:rPr>
                        <a:t>i (mA)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extLst>
                  <a:ext uri="{0D108BD9-81ED-4DB2-BD59-A6C34878D82A}">
                    <a16:rowId xmlns:a16="http://schemas.microsoft.com/office/drawing/2014/main" val="1790775310"/>
                  </a:ext>
                </a:extLst>
              </a:tr>
              <a:tr h="288157"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0,001 ± 0,001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>
                          <a:effectLst/>
                        </a:rPr>
                        <a:t>0,001</a:t>
                      </a:r>
                      <a:endParaRPr lang="en-E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0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extLst>
                  <a:ext uri="{0D108BD9-81ED-4DB2-BD59-A6C34878D82A}">
                    <a16:rowId xmlns:a16="http://schemas.microsoft.com/office/drawing/2014/main" val="3263394294"/>
                  </a:ext>
                </a:extLst>
              </a:tr>
              <a:tr h="288157"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1,642 ± 0,001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>
                          <a:effectLst/>
                        </a:rPr>
                        <a:t>0,511</a:t>
                      </a:r>
                      <a:endParaRPr lang="en-E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0,1132 ± 0,0003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extLst>
                  <a:ext uri="{0D108BD9-81ED-4DB2-BD59-A6C34878D82A}">
                    <a16:rowId xmlns:a16="http://schemas.microsoft.com/office/drawing/2014/main" val="752973248"/>
                  </a:ext>
                </a:extLst>
              </a:tr>
              <a:tr h="288157"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2,48 ± 0,01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>
                          <a:effectLst/>
                        </a:rPr>
                        <a:t>0,537</a:t>
                      </a:r>
                      <a:endParaRPr lang="en-E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0,1945 ± 0,0013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extLst>
                  <a:ext uri="{0D108BD9-81ED-4DB2-BD59-A6C34878D82A}">
                    <a16:rowId xmlns:a16="http://schemas.microsoft.com/office/drawing/2014/main" val="1265564584"/>
                  </a:ext>
                </a:extLst>
              </a:tr>
              <a:tr h="288157"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3,52 ± 0,01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>
                          <a:effectLst/>
                        </a:rPr>
                        <a:t>0,556</a:t>
                      </a:r>
                      <a:endParaRPr lang="en-E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0,2967 ± 0,0014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extLst>
                  <a:ext uri="{0D108BD9-81ED-4DB2-BD59-A6C34878D82A}">
                    <a16:rowId xmlns:a16="http://schemas.microsoft.com/office/drawing/2014/main" val="1907678852"/>
                  </a:ext>
                </a:extLst>
              </a:tr>
              <a:tr h="288157"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4,54 ± 0,01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0,570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0,3974 ± 0,0015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extLst>
                  <a:ext uri="{0D108BD9-81ED-4DB2-BD59-A6C34878D82A}">
                    <a16:rowId xmlns:a16="http://schemas.microsoft.com/office/drawing/2014/main" val="1971390199"/>
                  </a:ext>
                </a:extLst>
              </a:tr>
              <a:tr h="288157"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5,57 ± 0,01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>
                          <a:effectLst/>
                        </a:rPr>
                        <a:t>0,581</a:t>
                      </a:r>
                      <a:endParaRPr lang="en-E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0,4994 ± 0,0016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extLst>
                  <a:ext uri="{0D108BD9-81ED-4DB2-BD59-A6C34878D82A}">
                    <a16:rowId xmlns:a16="http://schemas.microsoft.com/office/drawing/2014/main" val="2007207523"/>
                  </a:ext>
                </a:extLst>
              </a:tr>
              <a:tr h="288157"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6,54 ± 0,01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>
                          <a:effectLst/>
                        </a:rPr>
                        <a:t>0,589</a:t>
                      </a:r>
                      <a:endParaRPr lang="en-E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0,5957 ± 0,0017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extLst>
                  <a:ext uri="{0D108BD9-81ED-4DB2-BD59-A6C34878D82A}">
                    <a16:rowId xmlns:a16="http://schemas.microsoft.com/office/drawing/2014/main" val="3225304529"/>
                  </a:ext>
                </a:extLst>
              </a:tr>
              <a:tr h="288157"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7,60 ± 0,01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>
                          <a:effectLst/>
                        </a:rPr>
                        <a:t>0,596</a:t>
                      </a:r>
                      <a:endParaRPr lang="en-E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0,7011 ± 0,0018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extLst>
                  <a:ext uri="{0D108BD9-81ED-4DB2-BD59-A6C34878D82A}">
                    <a16:rowId xmlns:a16="http://schemas.microsoft.com/office/drawing/2014/main" val="3102427854"/>
                  </a:ext>
                </a:extLst>
              </a:tr>
              <a:tr h="288157"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8,53 ± 0,01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>
                          <a:effectLst/>
                        </a:rPr>
                        <a:t>0,602</a:t>
                      </a:r>
                      <a:endParaRPr lang="en-E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0,7936 ± 0,0019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extLst>
                  <a:ext uri="{0D108BD9-81ED-4DB2-BD59-A6C34878D82A}">
                    <a16:rowId xmlns:a16="http://schemas.microsoft.com/office/drawing/2014/main" val="2470921962"/>
                  </a:ext>
                </a:extLst>
              </a:tr>
              <a:tr h="288157"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9,58 ± 0,01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>
                          <a:effectLst/>
                        </a:rPr>
                        <a:t>0,608</a:t>
                      </a:r>
                      <a:endParaRPr lang="en-E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0,8980 ± 0,0020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extLst>
                  <a:ext uri="{0D108BD9-81ED-4DB2-BD59-A6C34878D82A}">
                    <a16:rowId xmlns:a16="http://schemas.microsoft.com/office/drawing/2014/main" val="1375624173"/>
                  </a:ext>
                </a:extLst>
              </a:tr>
              <a:tr h="288157"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10,55 ± 0,01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>
                          <a:effectLst/>
                        </a:rPr>
                        <a:t>0,613</a:t>
                      </a:r>
                      <a:endParaRPr lang="en-E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0,9950 ± 0,0020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extLst>
                  <a:ext uri="{0D108BD9-81ED-4DB2-BD59-A6C34878D82A}">
                    <a16:rowId xmlns:a16="http://schemas.microsoft.com/office/drawing/2014/main" val="4197875246"/>
                  </a:ext>
                </a:extLst>
              </a:tr>
              <a:tr h="288157"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20,4 ± 0,1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>
                          <a:effectLst/>
                        </a:rPr>
                        <a:t>0,644</a:t>
                      </a:r>
                      <a:endParaRPr lang="en-E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1,978 ± 0,012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extLst>
                  <a:ext uri="{0D108BD9-81ED-4DB2-BD59-A6C34878D82A}">
                    <a16:rowId xmlns:a16="http://schemas.microsoft.com/office/drawing/2014/main" val="1040115752"/>
                  </a:ext>
                </a:extLst>
              </a:tr>
              <a:tr h="288157"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30,7 ± 0,1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>
                          <a:effectLst/>
                        </a:rPr>
                        <a:t>0,665</a:t>
                      </a:r>
                      <a:endParaRPr lang="en-E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3,007 ± 0,013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extLst>
                  <a:ext uri="{0D108BD9-81ED-4DB2-BD59-A6C34878D82A}">
                    <a16:rowId xmlns:a16="http://schemas.microsoft.com/office/drawing/2014/main" val="2788036037"/>
                  </a:ext>
                </a:extLst>
              </a:tr>
              <a:tr h="288157"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32,8 ± 0,1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>
                          <a:effectLst/>
                        </a:rPr>
                        <a:t>0,668</a:t>
                      </a:r>
                      <a:endParaRPr lang="en-ES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3,216 ± 0,013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617" marR="11617" marT="11617" marB="0" anchor="b"/>
                </a:tc>
                <a:extLst>
                  <a:ext uri="{0D108BD9-81ED-4DB2-BD59-A6C34878D82A}">
                    <a16:rowId xmlns:a16="http://schemas.microsoft.com/office/drawing/2014/main" val="32079236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D562C13-416D-E36E-94F5-F42A60A6D979}"/>
              </a:ext>
            </a:extLst>
          </p:cNvPr>
          <p:cNvSpPr txBox="1"/>
          <p:nvPr/>
        </p:nvSpPr>
        <p:spPr>
          <a:xfrm>
            <a:off x="8361018" y="5613166"/>
            <a:ext cx="21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Dades experimentals</a:t>
            </a:r>
          </a:p>
        </p:txBody>
      </p:sp>
      <p:pic>
        <p:nvPicPr>
          <p:cNvPr id="27" name="Picture 26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C6C68139-D9E3-1EEE-594B-FB6453DE0C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2108" y="1880790"/>
            <a:ext cx="2603500" cy="982022"/>
          </a:xfrm>
          <a:prstGeom prst="rect">
            <a:avLst/>
          </a:prstGeom>
        </p:spPr>
      </p:pic>
      <p:pic>
        <p:nvPicPr>
          <p:cNvPr id="28" name="Content Placeholder 7" descr="A picture containing diagram, line, design&#10;&#10;Description automatically generated">
            <a:extLst>
              <a:ext uri="{FF2B5EF4-FFF2-40B4-BE49-F238E27FC236}">
                <a16:creationId xmlns:a16="http://schemas.microsoft.com/office/drawing/2014/main" id="{385DCB9C-EAC6-2F28-5C51-8600A5549F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318931" y="3221303"/>
            <a:ext cx="1929852" cy="2848536"/>
          </a:xfrm>
        </p:spPr>
      </p:pic>
      <p:pic>
        <p:nvPicPr>
          <p:cNvPr id="29" name="Content Placeholder 4" descr="A picture containing text, screenshot, diagram, plot&#10;&#10;Description automatically generated">
            <a:extLst>
              <a:ext uri="{FF2B5EF4-FFF2-40B4-BE49-F238E27FC236}">
                <a16:creationId xmlns:a16="http://schemas.microsoft.com/office/drawing/2014/main" id="{1F490682-B51B-5BA5-AFCD-428C40568F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8783" y="2862812"/>
            <a:ext cx="4534755" cy="340106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E90604D-0A85-9FA7-F378-72D21A2D621A}"/>
              </a:ext>
            </a:extLst>
          </p:cNvPr>
          <p:cNvSpPr txBox="1"/>
          <p:nvPr/>
        </p:nvSpPr>
        <p:spPr>
          <a:xfrm>
            <a:off x="891717" y="1152235"/>
            <a:ext cx="5204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ES" dirty="0"/>
              <a:t>Les incerteses venen donades per la propagació d’errors per derivades parcials</a:t>
            </a:r>
          </a:p>
        </p:txBody>
      </p:sp>
      <p:pic>
        <p:nvPicPr>
          <p:cNvPr id="54" name="Audio 53">
            <a:extLst>
              <a:ext uri="{FF2B5EF4-FFF2-40B4-BE49-F238E27FC236}">
                <a16:creationId xmlns:a16="http://schemas.microsoft.com/office/drawing/2014/main" id="{F0EAD80B-54AD-44AF-3526-1649283506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728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713"/>
    </mc:Choice>
    <mc:Fallback>
      <p:transition spd="slow" advTm="407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C919-F7AA-2C3B-30ED-093CBCC0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76446"/>
            <a:ext cx="10241280" cy="615838"/>
          </a:xfrm>
        </p:spPr>
        <p:txBody>
          <a:bodyPr/>
          <a:lstStyle/>
          <a:p>
            <a:pPr algn="ctr"/>
            <a:r>
              <a:rPr lang="en-ES" dirty="0"/>
              <a:t>ANÀLISI DE RESULTATS</a:t>
            </a:r>
          </a:p>
        </p:txBody>
      </p:sp>
      <p:pic>
        <p:nvPicPr>
          <p:cNvPr id="5" name="Content Placeholder 4" descr="A picture containing text, screenshot, line, diagram&#10;&#10;Description automatically generated">
            <a:extLst>
              <a:ext uri="{FF2B5EF4-FFF2-40B4-BE49-F238E27FC236}">
                <a16:creationId xmlns:a16="http://schemas.microsoft.com/office/drawing/2014/main" id="{EDBC4EA9-9408-6203-28B8-2F0DF9DA2C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5693" y="1028285"/>
            <a:ext cx="5391210" cy="4043408"/>
          </a:xfrm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AA5F344-37F3-6522-E3CB-9248A3631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120196"/>
              </p:ext>
            </p:extLst>
          </p:nvPr>
        </p:nvGraphicFramePr>
        <p:xfrm>
          <a:off x="5497535" y="1953295"/>
          <a:ext cx="6315246" cy="731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05082">
                  <a:extLst>
                    <a:ext uri="{9D8B030D-6E8A-4147-A177-3AD203B41FA5}">
                      <a16:colId xmlns:a16="http://schemas.microsoft.com/office/drawing/2014/main" val="1266632033"/>
                    </a:ext>
                  </a:extLst>
                </a:gridCol>
                <a:gridCol w="2105082">
                  <a:extLst>
                    <a:ext uri="{9D8B030D-6E8A-4147-A177-3AD203B41FA5}">
                      <a16:colId xmlns:a16="http://schemas.microsoft.com/office/drawing/2014/main" val="2785346347"/>
                    </a:ext>
                  </a:extLst>
                </a:gridCol>
                <a:gridCol w="2105082">
                  <a:extLst>
                    <a:ext uri="{9D8B030D-6E8A-4147-A177-3AD203B41FA5}">
                      <a16:colId xmlns:a16="http://schemas.microsoft.com/office/drawing/2014/main" val="1665925000"/>
                    </a:ext>
                  </a:extLst>
                </a:gridCol>
              </a:tblGrid>
              <a:tr h="25752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 [ ln(A) / V ]</a:t>
                      </a:r>
                      <a:endParaRPr lang="en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  <a:r>
                        <a:rPr lang="en-ES" dirty="0"/>
                        <a:t> [ ln (A) 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dirty="0"/>
                        <a:t>R^2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744818"/>
                  </a:ext>
                </a:extLst>
              </a:tr>
              <a:tr h="257524">
                <a:tc>
                  <a:txBody>
                    <a:bodyPr/>
                    <a:lstStyle/>
                    <a:p>
                      <a:pPr algn="ctr"/>
                      <a:r>
                        <a:rPr lang="en-ES" dirty="0"/>
                        <a:t>21,39 ± 0,06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dirty="0"/>
                        <a:t>-20,02 ± 0,03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dirty="0"/>
                        <a:t>0,9999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991430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7865DF28-3138-1A33-68B5-60C94A43B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391035"/>
              </p:ext>
            </p:extLst>
          </p:nvPr>
        </p:nvGraphicFramePr>
        <p:xfrm>
          <a:off x="5486903" y="2684228"/>
          <a:ext cx="6315246" cy="73152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05082">
                  <a:extLst>
                    <a:ext uri="{9D8B030D-6E8A-4147-A177-3AD203B41FA5}">
                      <a16:colId xmlns:a16="http://schemas.microsoft.com/office/drawing/2014/main" val="754583676"/>
                    </a:ext>
                  </a:extLst>
                </a:gridCol>
                <a:gridCol w="2105082">
                  <a:extLst>
                    <a:ext uri="{9D8B030D-6E8A-4147-A177-3AD203B41FA5}">
                      <a16:colId xmlns:a16="http://schemas.microsoft.com/office/drawing/2014/main" val="1314199388"/>
                    </a:ext>
                  </a:extLst>
                </a:gridCol>
                <a:gridCol w="2105082">
                  <a:extLst>
                    <a:ext uri="{9D8B030D-6E8A-4147-A177-3AD203B41FA5}">
                      <a16:colId xmlns:a16="http://schemas.microsoft.com/office/drawing/2014/main" val="3654025672"/>
                    </a:ext>
                  </a:extLst>
                </a:gridCol>
              </a:tblGrid>
              <a:tr h="365761">
                <a:tc>
                  <a:txBody>
                    <a:bodyPr/>
                    <a:lstStyle/>
                    <a:p>
                      <a:pPr algn="ctr"/>
                      <a:r>
                        <a:rPr lang="en-ES" dirty="0"/>
                        <a:t>I_S (nA)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dirty="0"/>
                        <a:t>V_T (V)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</a:t>
                      </a:r>
                      <a:endParaRPr lang="en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217272"/>
                  </a:ext>
                </a:extLst>
              </a:tr>
              <a:tr h="365761">
                <a:tc>
                  <a:txBody>
                    <a:bodyPr/>
                    <a:lstStyle/>
                    <a:p>
                      <a:pPr algn="ctr"/>
                      <a:r>
                        <a:rPr lang="en-ES" dirty="0"/>
                        <a:t>2,02 ± 0,07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dirty="0"/>
                        <a:t>0,025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S" dirty="0"/>
                        <a:t>1,870 ± 0,005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9583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9C5E50B-D628-947C-BDEC-FFC3ECDC7041}"/>
              </a:ext>
            </a:extLst>
          </p:cNvPr>
          <p:cNvSpPr txBox="1"/>
          <p:nvPr/>
        </p:nvSpPr>
        <p:spPr>
          <a:xfrm>
            <a:off x="7394877" y="1480745"/>
            <a:ext cx="2520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Resultats de l’ajust lineal</a:t>
            </a:r>
          </a:p>
        </p:txBody>
      </p:sp>
      <p:pic>
        <p:nvPicPr>
          <p:cNvPr id="14" name="Picture 13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F92FB065-9CC4-3A90-8EBF-68734D6C16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3613" y="4250370"/>
            <a:ext cx="1900471" cy="1000248"/>
          </a:xfrm>
          <a:prstGeom prst="rect">
            <a:avLst/>
          </a:prstGeom>
        </p:spPr>
      </p:pic>
      <p:pic>
        <p:nvPicPr>
          <p:cNvPr id="18" name="Picture 17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D039A8B1-6919-300C-A87C-471700D0E4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581126"/>
            <a:ext cx="1900470" cy="509277"/>
          </a:xfrm>
          <a:prstGeom prst="rect">
            <a:avLst/>
          </a:prstGeom>
        </p:spPr>
      </p:pic>
      <p:pic>
        <p:nvPicPr>
          <p:cNvPr id="20" name="Picture 19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5080F178-5F63-9867-D1AD-E1B61321BA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3614" y="3662233"/>
            <a:ext cx="1900471" cy="442723"/>
          </a:xfrm>
          <a:prstGeom prst="rect">
            <a:avLst/>
          </a:prstGeom>
        </p:spPr>
      </p:pic>
      <p:pic>
        <p:nvPicPr>
          <p:cNvPr id="22" name="Picture 21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AE6C0469-EC22-2F30-A9D4-550BCA4FC2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5203" y="5460006"/>
            <a:ext cx="1900471" cy="45840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44B6716-6F22-B8EC-3757-CA5CA91D5A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0285" y="4616519"/>
            <a:ext cx="1231900" cy="241300"/>
          </a:xfrm>
          <a:prstGeom prst="rect">
            <a:avLst/>
          </a:prstGeom>
        </p:spPr>
      </p:pic>
      <p:pic>
        <p:nvPicPr>
          <p:cNvPr id="26" name="Picture 25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6C000226-F7BA-AF7C-C2CD-3812CDDFD7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00331" y="5189083"/>
            <a:ext cx="2891808" cy="1000249"/>
          </a:xfrm>
          <a:prstGeom prst="rect">
            <a:avLst/>
          </a:prstGeom>
        </p:spPr>
      </p:pic>
      <p:pic>
        <p:nvPicPr>
          <p:cNvPr id="28" name="Picture 27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DAFCFB0B-411D-9586-22F4-ED3774F3DEC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6037" y="5359815"/>
            <a:ext cx="2603500" cy="469900"/>
          </a:xfrm>
          <a:prstGeom prst="rect">
            <a:avLst/>
          </a:prstGeom>
        </p:spPr>
      </p:pic>
      <p:pic>
        <p:nvPicPr>
          <p:cNvPr id="66" name="Audio 65">
            <a:extLst>
              <a:ext uri="{FF2B5EF4-FFF2-40B4-BE49-F238E27FC236}">
                <a16:creationId xmlns:a16="http://schemas.microsoft.com/office/drawing/2014/main" id="{C923F102-5283-8C17-E73C-02013C47EA4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231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129"/>
    </mc:Choice>
    <mc:Fallback>
      <p:transition spd="slow" advTm="601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7AB0B-5891-A40B-8619-605D793F7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59" y="382773"/>
            <a:ext cx="10241280" cy="700898"/>
          </a:xfrm>
        </p:spPr>
        <p:txBody>
          <a:bodyPr/>
          <a:lstStyle/>
          <a:p>
            <a:pPr algn="ctr"/>
            <a:r>
              <a:rPr lang="en-ES" dirty="0"/>
              <a:t>Inversió del circuit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AE1B8F-0BCB-2362-65A1-9A6F7D59D834}"/>
              </a:ext>
            </a:extLst>
          </p:cNvPr>
          <p:cNvSpPr txBox="1"/>
          <p:nvPr/>
        </p:nvSpPr>
        <p:spPr>
          <a:xfrm>
            <a:off x="6455132" y="3451831"/>
            <a:ext cx="461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ES" dirty="0"/>
              <a:t>Dades experimentals amb la polaritat invertida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FEFA5BD-3AFF-FD89-246B-BAAE4A171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169405"/>
              </p:ext>
            </p:extLst>
          </p:nvPr>
        </p:nvGraphicFramePr>
        <p:xfrm>
          <a:off x="5683456" y="1383805"/>
          <a:ext cx="6162630" cy="202813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54210">
                  <a:extLst>
                    <a:ext uri="{9D8B030D-6E8A-4147-A177-3AD203B41FA5}">
                      <a16:colId xmlns:a16="http://schemas.microsoft.com/office/drawing/2014/main" val="1186578292"/>
                    </a:ext>
                  </a:extLst>
                </a:gridCol>
                <a:gridCol w="2054210">
                  <a:extLst>
                    <a:ext uri="{9D8B030D-6E8A-4147-A177-3AD203B41FA5}">
                      <a16:colId xmlns:a16="http://schemas.microsoft.com/office/drawing/2014/main" val="871439344"/>
                    </a:ext>
                  </a:extLst>
                </a:gridCol>
                <a:gridCol w="2054210">
                  <a:extLst>
                    <a:ext uri="{9D8B030D-6E8A-4147-A177-3AD203B41FA5}">
                      <a16:colId xmlns:a16="http://schemas.microsoft.com/office/drawing/2014/main" val="3135103271"/>
                    </a:ext>
                  </a:extLst>
                </a:gridCol>
              </a:tblGrid>
              <a:tr h="40562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500" u="none" strike="noStrike" dirty="0">
                          <a:effectLst/>
                        </a:rPr>
                        <a:t>V_DD (V)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500" u="none" strike="noStrike" dirty="0">
                          <a:effectLst/>
                        </a:rPr>
                        <a:t>v (±0,001 V)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500" u="none" strike="noStrike" dirty="0">
                          <a:effectLst/>
                        </a:rPr>
                        <a:t>I (mA)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47778167"/>
                  </a:ext>
                </a:extLst>
              </a:tr>
              <a:tr h="405627"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-1,563 ± 0,001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-1,565 ± 0,001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500" u="none" strike="noStrike" dirty="0">
                          <a:effectLst/>
                        </a:rPr>
                        <a:t>0,0000 ± 0,0020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13614000"/>
                  </a:ext>
                </a:extLst>
              </a:tr>
              <a:tr h="40562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ES" sz="1500" u="none" strike="noStrike" dirty="0">
                          <a:effectLst/>
                        </a:rPr>
                        <a:t>-2,86 ± 0,01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-2,87 ± 0,01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500" u="none" strike="noStrike" dirty="0">
                          <a:effectLst/>
                        </a:rPr>
                        <a:t>0,0010 ± 0,0011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9389612"/>
                  </a:ext>
                </a:extLst>
              </a:tr>
              <a:tr h="405627"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-3,56 ± 0,01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ES" sz="1500" u="none" strike="noStrike" dirty="0">
                          <a:effectLst/>
                        </a:rPr>
                        <a:t>-3,56 ± 0,01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500" u="none" strike="noStrike" dirty="0">
                          <a:effectLst/>
                        </a:rPr>
                        <a:t>0,0000 ± 0,0011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96596010"/>
                  </a:ext>
                </a:extLst>
              </a:tr>
              <a:tr h="40562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ES" sz="1500" u="none" strike="noStrike" dirty="0">
                          <a:effectLst/>
                        </a:rPr>
                        <a:t>-4,25 ± 0,01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ES" sz="1500" u="none" strike="noStrike" dirty="0">
                          <a:effectLst/>
                        </a:rPr>
                        <a:t>-4,26 ± 0,01</a:t>
                      </a:r>
                      <a:endParaRPr lang="en-E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500" u="none" strike="noStrike" dirty="0">
                          <a:effectLst/>
                        </a:rPr>
                        <a:t>0,0010 ± 0,0020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3351930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8C593C3-113D-292B-3E2D-F7CD0CAC87B1}"/>
              </a:ext>
            </a:extLst>
          </p:cNvPr>
          <p:cNvSpPr txBox="1"/>
          <p:nvPr/>
        </p:nvSpPr>
        <p:spPr>
          <a:xfrm>
            <a:off x="277392" y="1492894"/>
            <a:ext cx="51664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dirty="0"/>
              <a:t>A efectes pràctics no circula corrent ja que el díode bloqueja el pas d’aquesta.</a:t>
            </a:r>
          </a:p>
          <a:p>
            <a:endParaRPr lang="en-ES" dirty="0"/>
          </a:p>
          <a:p>
            <a:endParaRPr lang="en-ES" dirty="0"/>
          </a:p>
          <a:p>
            <a:endParaRPr lang="en-ES" dirty="0"/>
          </a:p>
          <a:p>
            <a:r>
              <a:rPr lang="en-ES" dirty="0"/>
              <a:t>La incertesa dels voltatges és la precisió instrumental.</a:t>
            </a:r>
          </a:p>
          <a:p>
            <a:endParaRPr lang="en-ES" dirty="0"/>
          </a:p>
          <a:p>
            <a:endParaRPr lang="en-ES" dirty="0"/>
          </a:p>
          <a:p>
            <a:endParaRPr lang="en-ES" dirty="0"/>
          </a:p>
          <a:p>
            <a:r>
              <a:rPr lang="en-ES" dirty="0"/>
              <a:t>La incertesa del corrent ve donat per la propagació d’errors mitjançant derivades parcials:</a:t>
            </a:r>
          </a:p>
        </p:txBody>
      </p:sp>
      <p:pic>
        <p:nvPicPr>
          <p:cNvPr id="19" name="Picture 18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0675EEA1-D1A9-4221-0FFA-2EF8CA134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7256" y="4813058"/>
            <a:ext cx="7772400" cy="1104096"/>
          </a:xfrm>
          <a:prstGeom prst="rect">
            <a:avLst/>
          </a:prstGeom>
        </p:spPr>
      </p:pic>
      <p:pic>
        <p:nvPicPr>
          <p:cNvPr id="44" name="Audio 43">
            <a:extLst>
              <a:ext uri="{FF2B5EF4-FFF2-40B4-BE49-F238E27FC236}">
                <a16:creationId xmlns:a16="http://schemas.microsoft.com/office/drawing/2014/main" id="{01E2FDFF-1383-A2DC-1C8A-9C68FE2A19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501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317"/>
    </mc:Choice>
    <mc:Fallback>
      <p:transition spd="slow" advTm="393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D98D7-D1A4-7661-2D11-53B10EAB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117309"/>
            <a:ext cx="10241280" cy="1234440"/>
          </a:xfrm>
        </p:spPr>
        <p:txBody>
          <a:bodyPr/>
          <a:lstStyle/>
          <a:p>
            <a:pPr algn="ctr"/>
            <a:r>
              <a:rPr lang="en-ES"/>
              <a:t>Caracterització de l’amplificador logarítmic</a:t>
            </a:r>
            <a:endParaRPr lang="en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6E1B4-4F75-E630-48C3-887F1335E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316" y="1799719"/>
            <a:ext cx="10241280" cy="4359774"/>
          </a:xfrm>
        </p:spPr>
        <p:txBody>
          <a:bodyPr/>
          <a:lstStyle/>
          <a:p>
            <a:pPr marL="0" indent="0">
              <a:buNone/>
            </a:pPr>
            <a:r>
              <a:rPr lang="en-ES" dirty="0"/>
              <a:t>La funció entrada és una ona triangular que presenta un </a:t>
            </a:r>
            <a:r>
              <a:rPr lang="es-ES" dirty="0"/>
              <a:t>offset de 2,6 </a:t>
            </a:r>
            <a:r>
              <a:rPr lang="en-ES" dirty="0"/>
              <a:t>v.</a:t>
            </a:r>
          </a:p>
        </p:txBody>
      </p:sp>
      <p:pic>
        <p:nvPicPr>
          <p:cNvPr id="5" name="Picture 4" descr="A picture containing line, plot, diagram, screenshot&#10;&#10;Description automatically generated">
            <a:extLst>
              <a:ext uri="{FF2B5EF4-FFF2-40B4-BE49-F238E27FC236}">
                <a16:creationId xmlns:a16="http://schemas.microsoft.com/office/drawing/2014/main" id="{73AB7D36-68FA-8928-5150-E26D33E03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1" y="2676433"/>
            <a:ext cx="7772400" cy="2396003"/>
          </a:xfrm>
          <a:prstGeom prst="rect">
            <a:avLst/>
          </a:prstGeom>
        </p:spPr>
      </p:pic>
      <p:pic>
        <p:nvPicPr>
          <p:cNvPr id="6" name="Picture 5" descr="A picture containing electronic engineering, cable, electronics, electrical wiring&#10;&#10;Description automatically generated">
            <a:extLst>
              <a:ext uri="{FF2B5EF4-FFF2-40B4-BE49-F238E27FC236}">
                <a16:creationId xmlns:a16="http://schemas.microsoft.com/office/drawing/2014/main" id="{56953FEE-4889-7BEA-450D-3A49F70F09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0109" y="1351749"/>
            <a:ext cx="3448050" cy="4597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A9D77E-543C-855A-855A-8E565765BA01}"/>
              </a:ext>
            </a:extLst>
          </p:cNvPr>
          <p:cNvSpPr txBox="1"/>
          <p:nvPr/>
        </p:nvSpPr>
        <p:spPr>
          <a:xfrm>
            <a:off x="9194622" y="5974827"/>
            <a:ext cx="2059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Muntatge del circuit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3585ED-82B3-F178-A4D9-2E07212473D2}"/>
              </a:ext>
            </a:extLst>
          </p:cNvPr>
          <p:cNvSpPr txBox="1"/>
          <p:nvPr/>
        </p:nvSpPr>
        <p:spPr>
          <a:xfrm>
            <a:off x="2910220" y="5246632"/>
            <a:ext cx="2439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Funció entrada (teòrica)</a:t>
            </a:r>
          </a:p>
        </p:txBody>
      </p:sp>
      <p:pic>
        <p:nvPicPr>
          <p:cNvPr id="26" name="Audio 25">
            <a:extLst>
              <a:ext uri="{FF2B5EF4-FFF2-40B4-BE49-F238E27FC236}">
                <a16:creationId xmlns:a16="http://schemas.microsoft.com/office/drawing/2014/main" id="{79AF75F5-803D-E3D9-236E-928369925B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798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654"/>
    </mc:Choice>
    <mc:Fallback>
      <p:transition spd="slow" advTm="296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4B5B8-C668-0D41-BDF7-FADD67FBD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93857"/>
            <a:ext cx="10241280" cy="1234440"/>
          </a:xfrm>
        </p:spPr>
        <p:txBody>
          <a:bodyPr/>
          <a:lstStyle/>
          <a:p>
            <a:pPr algn="ctr"/>
            <a:r>
              <a:rPr lang="en-ES" dirty="0"/>
              <a:t>Caracterització de l’amplificador logarítmic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31236-E2F0-294F-8B94-577CBAF12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629" y="2352884"/>
            <a:ext cx="4295341" cy="27178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De </a:t>
            </a:r>
            <a:r>
              <a:rPr lang="en-GB" dirty="0" err="1"/>
              <a:t>nou</a:t>
            </a:r>
            <a:r>
              <a:rPr lang="en-GB" dirty="0"/>
              <a:t>, </a:t>
            </a:r>
            <a:r>
              <a:rPr lang="en-GB" dirty="0" err="1"/>
              <a:t>quan</a:t>
            </a:r>
            <a:r>
              <a:rPr lang="en-GB" dirty="0"/>
              <a:t> </a:t>
            </a:r>
            <a:r>
              <a:rPr lang="en-GB" dirty="0" err="1"/>
              <a:t>s’inverteix</a:t>
            </a:r>
            <a:r>
              <a:rPr lang="en-GB" dirty="0"/>
              <a:t> la </a:t>
            </a:r>
            <a:r>
              <a:rPr lang="en-GB" dirty="0" err="1"/>
              <a:t>polaritat</a:t>
            </a:r>
            <a:r>
              <a:rPr lang="en-GB" dirty="0"/>
              <a:t> del circuit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díode</a:t>
            </a:r>
            <a:r>
              <a:rPr lang="en-GB" dirty="0"/>
              <a:t> no </a:t>
            </a:r>
            <a:r>
              <a:rPr lang="en-GB" dirty="0" err="1"/>
              <a:t>deixa</a:t>
            </a:r>
            <a:r>
              <a:rPr lang="en-GB" dirty="0"/>
              <a:t> </a:t>
            </a:r>
            <a:r>
              <a:rPr lang="en-GB" dirty="0" err="1"/>
              <a:t>passar</a:t>
            </a:r>
            <a:r>
              <a:rPr lang="en-GB" dirty="0"/>
              <a:t> </a:t>
            </a:r>
            <a:r>
              <a:rPr lang="en-GB" dirty="0" err="1"/>
              <a:t>corrent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El </a:t>
            </a:r>
            <a:r>
              <a:rPr lang="en-GB" dirty="0" err="1"/>
              <a:t>comportament</a:t>
            </a:r>
            <a:r>
              <a:rPr lang="en-GB" dirty="0"/>
              <a:t> observant </a:t>
            </a:r>
            <a:r>
              <a:rPr lang="en-GB" dirty="0" err="1"/>
              <a:t>en</a:t>
            </a:r>
            <a:r>
              <a:rPr lang="en-GB" dirty="0"/>
              <a:t> la </a:t>
            </a:r>
            <a:r>
              <a:rPr lang="en-GB" dirty="0" err="1"/>
              <a:t>figura</a:t>
            </a:r>
            <a:r>
              <a:rPr lang="en-GB" dirty="0"/>
              <a:t> de la </a:t>
            </a:r>
            <a:r>
              <a:rPr lang="en-GB" dirty="0" err="1"/>
              <a:t>dreta</a:t>
            </a:r>
            <a:r>
              <a:rPr lang="en-GB" dirty="0"/>
              <a:t> </a:t>
            </a:r>
            <a:r>
              <a:rPr lang="en-GB" dirty="0" err="1"/>
              <a:t>és</a:t>
            </a:r>
            <a:r>
              <a:rPr lang="en-GB" dirty="0"/>
              <a:t> </a:t>
            </a:r>
            <a:r>
              <a:rPr lang="en-GB" dirty="0" err="1"/>
              <a:t>claramemt</a:t>
            </a:r>
            <a:r>
              <a:rPr lang="en-GB" dirty="0"/>
              <a:t> </a:t>
            </a:r>
            <a:r>
              <a:rPr lang="en-GB" dirty="0" err="1"/>
              <a:t>logarítmic</a:t>
            </a:r>
            <a:r>
              <a:rPr lang="en-GB" dirty="0"/>
              <a:t>, </a:t>
            </a:r>
            <a:r>
              <a:rPr lang="en-GB" dirty="0" err="1"/>
              <a:t>tal</a:t>
            </a:r>
            <a:r>
              <a:rPr lang="en-GB" dirty="0"/>
              <a:t> com </a:t>
            </a:r>
            <a:r>
              <a:rPr lang="en-GB" dirty="0" err="1"/>
              <a:t>s’havia</a:t>
            </a:r>
            <a:r>
              <a:rPr lang="en-GB" dirty="0"/>
              <a:t> </a:t>
            </a:r>
            <a:r>
              <a:rPr lang="en-GB" dirty="0" err="1"/>
              <a:t>previst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propi</a:t>
            </a:r>
            <a:r>
              <a:rPr lang="en-GB" dirty="0"/>
              <a:t> nom del circuit indica.</a:t>
            </a:r>
          </a:p>
        </p:txBody>
      </p:sp>
      <p:pic>
        <p:nvPicPr>
          <p:cNvPr id="9" name="Picture 8" descr="A picture containing monitor, computer, text, electronics&#10;&#10;Description automatically generated">
            <a:extLst>
              <a:ext uri="{FF2B5EF4-FFF2-40B4-BE49-F238E27FC236}">
                <a16:creationId xmlns:a16="http://schemas.microsoft.com/office/drawing/2014/main" id="{D8FE4E81-D4C8-A925-FD27-B2070706B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970" y="1432384"/>
            <a:ext cx="3230058" cy="4306743"/>
          </a:xfrm>
          <a:prstGeom prst="rect">
            <a:avLst/>
          </a:prstGeom>
        </p:spPr>
      </p:pic>
      <p:pic>
        <p:nvPicPr>
          <p:cNvPr id="11" name="Picture 10" descr="A picture containing monitor, text, computer, computer monitor&#10;&#10;Description automatically generated">
            <a:extLst>
              <a:ext uri="{FF2B5EF4-FFF2-40B4-BE49-F238E27FC236}">
                <a16:creationId xmlns:a16="http://schemas.microsoft.com/office/drawing/2014/main" id="{2EA1DA41-BE7A-CE09-4812-9A5BAA0D90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1757" y="1432384"/>
            <a:ext cx="3230058" cy="43067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AE3060-C76E-35B2-2486-D032067F0C6D}"/>
              </a:ext>
            </a:extLst>
          </p:cNvPr>
          <p:cNvSpPr txBox="1"/>
          <p:nvPr/>
        </p:nvSpPr>
        <p:spPr>
          <a:xfrm>
            <a:off x="4600590" y="5739127"/>
            <a:ext cx="29908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ES" dirty="0"/>
              <a:t>Entrada real V_in (groc)</a:t>
            </a:r>
          </a:p>
          <a:p>
            <a:pPr algn="ctr"/>
            <a:r>
              <a:rPr lang="en-ES" dirty="0"/>
              <a:t>Resposta/sortida V_out (blau)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CCFF69-A5A6-09D3-53D9-4ECC534ECEDA}"/>
              </a:ext>
            </a:extLst>
          </p:cNvPr>
          <p:cNvSpPr txBox="1"/>
          <p:nvPr/>
        </p:nvSpPr>
        <p:spPr>
          <a:xfrm>
            <a:off x="8899564" y="5739127"/>
            <a:ext cx="2414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dirty="0"/>
              <a:t>Oscil·loscopi mode X-Y.</a:t>
            </a:r>
          </a:p>
          <a:p>
            <a:pPr algn="ctr"/>
            <a:r>
              <a:rPr lang="en-ES" dirty="0"/>
              <a:t>V_out Vs. V_in</a:t>
            </a:r>
          </a:p>
        </p:txBody>
      </p:sp>
      <p:pic>
        <p:nvPicPr>
          <p:cNvPr id="14" name="Picture 13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D2595E34-EA05-411E-0502-EEB5D12A05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567" y="5070440"/>
            <a:ext cx="3891463" cy="509596"/>
          </a:xfrm>
          <a:prstGeom prst="rect">
            <a:avLst/>
          </a:prstGeom>
        </p:spPr>
      </p:pic>
      <p:pic>
        <p:nvPicPr>
          <p:cNvPr id="32" name="Audio 31">
            <a:extLst>
              <a:ext uri="{FF2B5EF4-FFF2-40B4-BE49-F238E27FC236}">
                <a16:creationId xmlns:a16="http://schemas.microsoft.com/office/drawing/2014/main" id="{A0BE47B2-3C3F-94D2-E6C7-17BBBDB206F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594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997"/>
    </mc:Choice>
    <mc:Fallback>
      <p:transition spd="slow" advTm="559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45943-9891-2478-F126-0809EC313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1891048"/>
            <a:ext cx="10241280" cy="1234440"/>
          </a:xfrm>
        </p:spPr>
        <p:txBody>
          <a:bodyPr/>
          <a:lstStyle/>
          <a:p>
            <a:pPr algn="ctr"/>
            <a:r>
              <a:rPr lang="en-ES" dirty="0"/>
              <a:t>Fi</a:t>
            </a:r>
          </a:p>
        </p:txBody>
      </p:sp>
      <p:pic>
        <p:nvPicPr>
          <p:cNvPr id="33" name="Audio 32">
            <a:extLst>
              <a:ext uri="{FF2B5EF4-FFF2-40B4-BE49-F238E27FC236}">
                <a16:creationId xmlns:a16="http://schemas.microsoft.com/office/drawing/2014/main" id="{CB396AE7-9A27-1B30-D3B1-DCE2BB0578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47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34"/>
    </mc:Choice>
    <mc:Fallback>
      <p:transition spd="slow" advTm="110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GradientRiseVTI">
  <a:themeElements>
    <a:clrScheme name="AnalogousFromLightSeedRightStep">
      <a:dk1>
        <a:srgbClr val="000000"/>
      </a:dk1>
      <a:lt1>
        <a:srgbClr val="FFFFFF"/>
      </a:lt1>
      <a:dk2>
        <a:srgbClr val="3A3621"/>
      </a:dk2>
      <a:lt2>
        <a:srgbClr val="E2E8E5"/>
      </a:lt2>
      <a:accent1>
        <a:srgbClr val="EA73A4"/>
      </a:accent1>
      <a:accent2>
        <a:srgbClr val="E55454"/>
      </a:accent2>
      <a:accent3>
        <a:srgbClr val="E59053"/>
      </a:accent3>
      <a:accent4>
        <a:srgbClr val="B6A343"/>
      </a:accent4>
      <a:accent5>
        <a:srgbClr val="95AB54"/>
      </a:accent5>
      <a:accent6>
        <a:srgbClr val="69B643"/>
      </a:accent6>
      <a:hlink>
        <a:srgbClr val="578F78"/>
      </a:hlink>
      <a:folHlink>
        <a:srgbClr val="7F7F7F"/>
      </a:folHlink>
    </a:clrScheme>
    <a:fontScheme name="Avenir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1633</TotalTime>
  <Words>543</Words>
  <Application>Microsoft Macintosh PowerPoint</Application>
  <PresentationFormat>Widescreen</PresentationFormat>
  <Paragraphs>129</Paragraphs>
  <Slides>11</Slides>
  <Notes>2</Notes>
  <HiddenSlides>0</HiddenSlides>
  <MMClips>11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Gill Sans Nova</vt:lpstr>
      <vt:lpstr>GradientRiseVTI</vt:lpstr>
      <vt:lpstr>Pràctica 4: Amplificador logarítmic</vt:lpstr>
      <vt:lpstr>ÍNdex</vt:lpstr>
      <vt:lpstr>introducció</vt:lpstr>
      <vt:lpstr>Comportament del díode</vt:lpstr>
      <vt:lpstr>Treball al laboratori</vt:lpstr>
      <vt:lpstr>Anàlisi de resultats</vt:lpstr>
      <vt:lpstr>ANÀLISI DE RESULTATS</vt:lpstr>
      <vt:lpstr>Inversió del circuit</vt:lpstr>
      <vt:lpstr>Caracterització de l’amplificador logarítmic</vt:lpstr>
      <vt:lpstr>Caracterització de l’amplificador logarítmic</vt:lpstr>
      <vt:lpstr>Fi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Pràctica 4: Amplificador logarítmic</dc:title>
  <dc:creator>Joan Ribot Oliver</dc:creator>
  <cp:lastModifiedBy>Joan Ribot Oliver</cp:lastModifiedBy>
  <cp:revision>1</cp:revision>
  <dcterms:created xsi:type="dcterms:W3CDTF">2023-05-30T16:22:26Z</dcterms:created>
  <dcterms:modified xsi:type="dcterms:W3CDTF">2023-06-08T16:20:11Z</dcterms:modified>
</cp:coreProperties>
</file>